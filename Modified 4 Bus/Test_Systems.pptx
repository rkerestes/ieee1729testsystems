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7E19A-74FB-1BA4-081B-35746732D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492C0-453B-5361-71CA-5906CE065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E160B-C986-1F3E-4F2A-6184A28D9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67BD-6C0D-43D9-91A4-37E95335295A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32971-2451-DC16-FB83-A9F21F21C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B52C8-3E08-8CBF-39D3-DCAB73FD5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5B286-7BAA-484F-B610-95A07A1BF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3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88002-D7FC-066C-77FD-48D803FCA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F035-8BE4-57E1-2AB2-254E0D8E6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0F6F8-1D94-90D0-5023-51BA39916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67BD-6C0D-43D9-91A4-37E95335295A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C1B4B-36B7-F885-DE0D-F2C8ED800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C3796-9916-31B9-FEC1-2EF6FEFBA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5B286-7BAA-484F-B610-95A07A1BF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378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305A7-D631-FF7C-082B-28709B84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33971-2D01-8B8F-F1FC-D2D48BFC5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6A876-3B31-9CAD-CD72-84BF9CAF8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67BD-6C0D-43D9-91A4-37E95335295A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70FDD-F512-22EE-9938-ADA4BB2D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75BE0-73EC-EA2D-4389-70EE2DFC2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5B286-7BAA-484F-B610-95A07A1BF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2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BB90-AA53-3939-02B2-26E04D9E1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89B38-F95E-9E6C-3E73-ED6FE6A27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54376-6E0C-DD53-7B01-71C99D444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8431E-76D5-F180-4BEE-29FCC929A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67BD-6C0D-43D9-91A4-37E95335295A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8F02B-F327-9471-DF1C-80044941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DE034-FFD2-CE25-7DF3-CF0E7BAE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5B286-7BAA-484F-B610-95A07A1BF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19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7BA2A-A748-CD05-A5B3-DCBF86C96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4FDD3-F757-03DE-A0FE-0A82C5563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3B236-5ABA-4624-8190-1F2E712AA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851CB6-0469-FF0C-B0EC-01A4C6C0AE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2D5346-65F0-98FA-0BDE-7892F04EEF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A3A42-8115-80A6-7390-B8A831EC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67BD-6C0D-43D9-91A4-37E95335295A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B0559A-C78D-DA6E-EAC3-87EEA2D97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DD9FDF-7827-1860-7DBB-21A6F6D61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5B286-7BAA-484F-B610-95A07A1BF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A5261-D66B-92F9-E2D6-A9383C884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3176-9F7F-07DB-8BED-DA8599C30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67BD-6C0D-43D9-91A4-37E95335295A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E523FA-2F49-9DB1-07BB-F76A0EBD5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218CC-D00D-4FFC-A50C-AC58DF35D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5B286-7BAA-484F-B610-95A07A1BF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2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CC205F-77A7-A2CF-6080-5779E14D1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67BD-6C0D-43D9-91A4-37E95335295A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E9836-3784-1CE7-FA9D-BCE14F611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C89C2-D762-3844-5634-C8034830B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5B286-7BAA-484F-B610-95A07A1BF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07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1E183-5DBD-026D-986D-974120897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25F4D-433D-5F3B-823E-6A4ADD453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AE8A83-532A-68F9-46EA-B0EB12AD2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8ABBD-913C-D0D5-AD43-9356BD98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67BD-6C0D-43D9-91A4-37E95335295A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B8BBD-8878-0E72-294D-A98D9338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0AE1D-DD98-419B-CE82-C6D2D8D7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5B286-7BAA-484F-B610-95A07A1BF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46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6F9DB-A2A0-3C90-BE5A-37FDCEE47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530604-6C3C-238F-E67A-B6FB4D950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669FF-04E7-6AAA-1901-6632B8685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580FA-AFE7-3FC6-5461-C292F247B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67BD-6C0D-43D9-91A4-37E95335295A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D410A-E381-472E-2BC9-26CAD3A01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8CD22-843B-3BCD-5BE1-EE5BEEC0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5B286-7BAA-484F-B610-95A07A1BF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FB39-7E67-A95F-19D9-FC4B1C139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95E83-536F-FE00-B229-3B34426C7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085F8-A52C-7E06-38E9-F507198A3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67BD-6C0D-43D9-91A4-37E95335295A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54481-4FCB-96F6-AE50-945A5695B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13D8D-C6A2-8131-FF37-31B0CE5D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5B286-7BAA-484F-B610-95A07A1BF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25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43AC61-E9C9-EA9A-B696-81182185A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638E96-2610-72FE-036C-10EAB9805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CE405-7D4B-AB05-474D-2C03F682C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67BD-6C0D-43D9-91A4-37E95335295A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3A71A-CE49-CBD9-7652-B71C3E455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20473-764B-3861-00DB-A3095EA3C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5B286-7BAA-484F-B610-95A07A1BF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29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C05611-F0B5-5E42-AF99-5DB448436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9E351-C15E-2178-67A9-DE8683F1C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0A548-0387-110E-28BA-DE19765D12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F67BD-6C0D-43D9-91A4-37E95335295A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3C313-2B69-5F5B-9DF1-2B7FDEF4B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E576C-4601-C9D6-FD86-66AAB6D93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5B286-7BAA-484F-B610-95A07A1BF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54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176E276-EE46-AC20-0074-893BC1749FD5}"/>
              </a:ext>
            </a:extLst>
          </p:cNvPr>
          <p:cNvSpPr/>
          <p:nvPr/>
        </p:nvSpPr>
        <p:spPr>
          <a:xfrm>
            <a:off x="1414272" y="2905760"/>
            <a:ext cx="576072" cy="54864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FCA14A-B7BF-53B1-FFD9-BFF6FB7F546D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1990344" y="3180080"/>
            <a:ext cx="77825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592CF3-0804-F9CB-1E73-4F68664E01BB}"/>
              </a:ext>
            </a:extLst>
          </p:cNvPr>
          <p:cNvCxnSpPr>
            <a:cxnSpLocks/>
          </p:cNvCxnSpPr>
          <p:nvPr/>
        </p:nvCxnSpPr>
        <p:spPr>
          <a:xfrm>
            <a:off x="2768600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BEAA00-9175-0310-BA7F-DB110886CCD9}"/>
              </a:ext>
            </a:extLst>
          </p:cNvPr>
          <p:cNvCxnSpPr>
            <a:cxnSpLocks/>
          </p:cNvCxnSpPr>
          <p:nvPr/>
        </p:nvCxnSpPr>
        <p:spPr>
          <a:xfrm>
            <a:off x="2768600" y="3180080"/>
            <a:ext cx="176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064DC5-1C18-EAE7-63CD-638B956D21A8}"/>
              </a:ext>
            </a:extLst>
          </p:cNvPr>
          <p:cNvCxnSpPr>
            <a:cxnSpLocks/>
          </p:cNvCxnSpPr>
          <p:nvPr/>
        </p:nvCxnSpPr>
        <p:spPr>
          <a:xfrm>
            <a:off x="4152900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694D21D-C655-95C7-3EB4-9CB34B4604CA}"/>
              </a:ext>
            </a:extLst>
          </p:cNvPr>
          <p:cNvGrpSpPr/>
          <p:nvPr/>
        </p:nvGrpSpPr>
        <p:grpSpPr>
          <a:xfrm>
            <a:off x="4457383" y="2888296"/>
            <a:ext cx="147001" cy="605663"/>
            <a:chOff x="4457383" y="2888296"/>
            <a:chExt cx="147001" cy="60566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0968555-E735-637F-8887-A9ED3ECCED5F}"/>
                </a:ext>
              </a:extLst>
            </p:cNvPr>
            <p:cNvSpPr/>
            <p:nvPr/>
          </p:nvSpPr>
          <p:spPr>
            <a:xfrm>
              <a:off x="4465320" y="3042920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E55283F-B395-C503-6EE8-E0D53C3CC568}"/>
                </a:ext>
              </a:extLst>
            </p:cNvPr>
            <p:cNvSpPr/>
            <p:nvPr/>
          </p:nvSpPr>
          <p:spPr>
            <a:xfrm>
              <a:off x="4465320" y="2905759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571B82C-5169-EB80-6DBC-0DF97F0A43FA}"/>
                </a:ext>
              </a:extLst>
            </p:cNvPr>
            <p:cNvSpPr/>
            <p:nvPr/>
          </p:nvSpPr>
          <p:spPr>
            <a:xfrm>
              <a:off x="4467224" y="3329304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0191229-C09A-EC53-96D7-AD0693DA67D3}"/>
                </a:ext>
              </a:extLst>
            </p:cNvPr>
            <p:cNvSpPr/>
            <p:nvPr/>
          </p:nvSpPr>
          <p:spPr>
            <a:xfrm>
              <a:off x="4467224" y="3192143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8CEBF7-5C60-8AB6-A070-827F31618D55}"/>
                </a:ext>
              </a:extLst>
            </p:cNvPr>
            <p:cNvSpPr/>
            <p:nvPr/>
          </p:nvSpPr>
          <p:spPr>
            <a:xfrm>
              <a:off x="4457383" y="2888296"/>
              <a:ext cx="73152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F5CBC22-FDD8-5110-E8AE-656561F553A3}"/>
                </a:ext>
              </a:extLst>
            </p:cNvPr>
            <p:cNvSpPr/>
            <p:nvPr/>
          </p:nvSpPr>
          <p:spPr>
            <a:xfrm>
              <a:off x="4460558" y="3201351"/>
              <a:ext cx="67624" cy="292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16E3A2C-C405-F688-28B6-8426645FF4F6}"/>
              </a:ext>
            </a:extLst>
          </p:cNvPr>
          <p:cNvGrpSpPr/>
          <p:nvPr/>
        </p:nvGrpSpPr>
        <p:grpSpPr>
          <a:xfrm>
            <a:off x="4666774" y="2897821"/>
            <a:ext cx="158498" cy="592963"/>
            <a:chOff x="4666774" y="2897821"/>
            <a:chExt cx="158498" cy="592963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7B0CCCC-F46B-0394-4DC5-37C78E7B24EC}"/>
                </a:ext>
              </a:extLst>
            </p:cNvPr>
            <p:cNvSpPr/>
            <p:nvPr/>
          </p:nvSpPr>
          <p:spPr>
            <a:xfrm flipH="1">
              <a:off x="4668678" y="3042920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E77BB96-43AF-984E-1047-954B6B315E26}"/>
                </a:ext>
              </a:extLst>
            </p:cNvPr>
            <p:cNvSpPr/>
            <p:nvPr/>
          </p:nvSpPr>
          <p:spPr>
            <a:xfrm flipH="1">
              <a:off x="4668678" y="2905759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A35357B-24C8-ED27-76BC-21BD33922C6F}"/>
                </a:ext>
              </a:extLst>
            </p:cNvPr>
            <p:cNvSpPr/>
            <p:nvPr/>
          </p:nvSpPr>
          <p:spPr>
            <a:xfrm flipH="1">
              <a:off x="4666774" y="3329304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9CC6FA-7C7F-984C-1069-AA50BF7C3F9A}"/>
                </a:ext>
              </a:extLst>
            </p:cNvPr>
            <p:cNvSpPr/>
            <p:nvPr/>
          </p:nvSpPr>
          <p:spPr>
            <a:xfrm flipH="1">
              <a:off x="4666774" y="3192143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325B3A0-80B3-BC4C-CD94-F1BEDC00E2ED}"/>
                </a:ext>
              </a:extLst>
            </p:cNvPr>
            <p:cNvSpPr/>
            <p:nvPr/>
          </p:nvSpPr>
          <p:spPr>
            <a:xfrm flipH="1">
              <a:off x="4742976" y="2897821"/>
              <a:ext cx="82296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0FB2E48-4969-2E5E-F8F1-FA8643181981}"/>
                </a:ext>
              </a:extLst>
            </p:cNvPr>
            <p:cNvSpPr/>
            <p:nvPr/>
          </p:nvSpPr>
          <p:spPr>
            <a:xfrm flipH="1">
              <a:off x="4742976" y="3198176"/>
              <a:ext cx="67624" cy="292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8DBF106-3B30-FBB3-0CD5-C467D4D0C80C}"/>
              </a:ext>
            </a:extLst>
          </p:cNvPr>
          <p:cNvCxnSpPr>
            <a:cxnSpLocks/>
          </p:cNvCxnSpPr>
          <p:nvPr/>
        </p:nvCxnSpPr>
        <p:spPr>
          <a:xfrm>
            <a:off x="4735354" y="3181347"/>
            <a:ext cx="4837271" cy="2000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391A686-52A7-9763-CF01-A8B8EA079528}"/>
              </a:ext>
            </a:extLst>
          </p:cNvPr>
          <p:cNvCxnSpPr>
            <a:cxnSpLocks/>
          </p:cNvCxnSpPr>
          <p:nvPr/>
        </p:nvCxnSpPr>
        <p:spPr>
          <a:xfrm>
            <a:off x="5067299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B3374D2-723E-5F68-D450-FD98DEB0104C}"/>
              </a:ext>
            </a:extLst>
          </p:cNvPr>
          <p:cNvCxnSpPr>
            <a:cxnSpLocks/>
          </p:cNvCxnSpPr>
          <p:nvPr/>
        </p:nvCxnSpPr>
        <p:spPr>
          <a:xfrm>
            <a:off x="6367462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5990D43-D959-C646-3203-35260414950B}"/>
              </a:ext>
            </a:extLst>
          </p:cNvPr>
          <p:cNvCxnSpPr>
            <a:cxnSpLocks/>
          </p:cNvCxnSpPr>
          <p:nvPr/>
        </p:nvCxnSpPr>
        <p:spPr>
          <a:xfrm>
            <a:off x="7667625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0D5578-42BE-B009-5F88-304F6138A6D7}"/>
              </a:ext>
            </a:extLst>
          </p:cNvPr>
          <p:cNvCxnSpPr>
            <a:cxnSpLocks/>
          </p:cNvCxnSpPr>
          <p:nvPr/>
        </p:nvCxnSpPr>
        <p:spPr>
          <a:xfrm>
            <a:off x="8967787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824810CB-A4B0-D44D-0D5A-0259FF7621AC}"/>
              </a:ext>
            </a:extLst>
          </p:cNvPr>
          <p:cNvSpPr/>
          <p:nvPr/>
        </p:nvSpPr>
        <p:spPr>
          <a:xfrm rot="5400000">
            <a:off x="9516747" y="3119278"/>
            <a:ext cx="127000" cy="15779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B70EB63A-EC0C-F280-6303-858EBF491A50}"/>
              </a:ext>
            </a:extLst>
          </p:cNvPr>
          <p:cNvSpPr/>
          <p:nvPr/>
        </p:nvSpPr>
        <p:spPr>
          <a:xfrm rot="10800000">
            <a:off x="6589397" y="3798728"/>
            <a:ext cx="127000" cy="15779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26771E7-B2F9-E471-3E7E-8469F610235E}"/>
              </a:ext>
            </a:extLst>
          </p:cNvPr>
          <p:cNvCxnSpPr>
            <a:endCxn id="42" idx="3"/>
          </p:cNvCxnSpPr>
          <p:nvPr/>
        </p:nvCxnSpPr>
        <p:spPr>
          <a:xfrm rot="16200000" flipH="1">
            <a:off x="6356207" y="3502038"/>
            <a:ext cx="307944" cy="285435"/>
          </a:xfrm>
          <a:prstGeom prst="bentConnector3">
            <a:avLst>
              <a:gd name="adj1" fmla="val -7738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2208AAE4-69BF-D536-F3F3-08103ABD3635}"/>
              </a:ext>
            </a:extLst>
          </p:cNvPr>
          <p:cNvSpPr/>
          <p:nvPr/>
        </p:nvSpPr>
        <p:spPr>
          <a:xfrm>
            <a:off x="4269102" y="3679921"/>
            <a:ext cx="259080" cy="27660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D4FB911-C652-8FAE-637F-59E1EDBE4E99}"/>
              </a:ext>
            </a:extLst>
          </p:cNvPr>
          <p:cNvCxnSpPr>
            <a:cxnSpLocks/>
          </p:cNvCxnSpPr>
          <p:nvPr/>
        </p:nvCxnSpPr>
        <p:spPr>
          <a:xfrm>
            <a:off x="4690395" y="3679920"/>
            <a:ext cx="134877" cy="1188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70AF254-EBF2-6AAB-31AB-3F903C67BFB9}"/>
              </a:ext>
            </a:extLst>
          </p:cNvPr>
          <p:cNvCxnSpPr>
            <a:cxnSpLocks/>
          </p:cNvCxnSpPr>
          <p:nvPr/>
        </p:nvCxnSpPr>
        <p:spPr>
          <a:xfrm>
            <a:off x="4825272" y="3798728"/>
            <a:ext cx="0" cy="15779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231FEDE-4732-7F7D-FD50-3594B7B817A1}"/>
              </a:ext>
            </a:extLst>
          </p:cNvPr>
          <p:cNvCxnSpPr>
            <a:cxnSpLocks/>
          </p:cNvCxnSpPr>
          <p:nvPr/>
        </p:nvCxnSpPr>
        <p:spPr>
          <a:xfrm flipH="1">
            <a:off x="4915190" y="3876323"/>
            <a:ext cx="899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342D508-B723-F5CD-15E4-B48EF14B3D60}"/>
              </a:ext>
            </a:extLst>
          </p:cNvPr>
          <p:cNvCxnSpPr>
            <a:cxnSpLocks/>
          </p:cNvCxnSpPr>
          <p:nvPr/>
        </p:nvCxnSpPr>
        <p:spPr>
          <a:xfrm flipH="1">
            <a:off x="4928147" y="3902517"/>
            <a:ext cx="640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9C74222-4745-8A2C-AC92-FA48245E47E5}"/>
              </a:ext>
            </a:extLst>
          </p:cNvPr>
          <p:cNvCxnSpPr>
            <a:cxnSpLocks/>
          </p:cNvCxnSpPr>
          <p:nvPr/>
        </p:nvCxnSpPr>
        <p:spPr>
          <a:xfrm flipH="1">
            <a:off x="4946433" y="3928710"/>
            <a:ext cx="274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3E4B9EEF-5956-9F98-AB51-90971C8F85EC}"/>
              </a:ext>
            </a:extLst>
          </p:cNvPr>
          <p:cNvCxnSpPr/>
          <p:nvPr/>
        </p:nvCxnSpPr>
        <p:spPr>
          <a:xfrm rot="16200000" flipH="1">
            <a:off x="4813812" y="3810187"/>
            <a:ext cx="157796" cy="134877"/>
          </a:xfrm>
          <a:prstGeom prst="bentConnector3">
            <a:avLst>
              <a:gd name="adj1" fmla="val 2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20DF881-0ED4-9370-B2E5-7C1178D3FA78}"/>
              </a:ext>
            </a:extLst>
          </p:cNvPr>
          <p:cNvCxnSpPr>
            <a:cxnSpLocks/>
          </p:cNvCxnSpPr>
          <p:nvPr/>
        </p:nvCxnSpPr>
        <p:spPr>
          <a:xfrm flipH="1">
            <a:off x="4825270" y="3679920"/>
            <a:ext cx="134877" cy="1188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76B5226-0540-38C2-5554-AE640E58D55D}"/>
              </a:ext>
            </a:extLst>
          </p:cNvPr>
          <p:cNvCxnSpPr>
            <a:cxnSpLocks/>
          </p:cNvCxnSpPr>
          <p:nvPr/>
        </p:nvCxnSpPr>
        <p:spPr>
          <a:xfrm>
            <a:off x="3251200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E093DE6-7AE6-7FA5-315B-8035CEC993DA}"/>
              </a:ext>
            </a:extLst>
          </p:cNvPr>
          <p:cNvCxnSpPr>
            <a:cxnSpLocks/>
          </p:cNvCxnSpPr>
          <p:nvPr/>
        </p:nvCxnSpPr>
        <p:spPr>
          <a:xfrm>
            <a:off x="5346700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74CFD5F-A0CF-654B-395A-242BEA543834}"/>
              </a:ext>
            </a:extLst>
          </p:cNvPr>
          <p:cNvCxnSpPr>
            <a:cxnSpLocks/>
          </p:cNvCxnSpPr>
          <p:nvPr/>
        </p:nvCxnSpPr>
        <p:spPr>
          <a:xfrm>
            <a:off x="6652896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25C85FC-814E-BCBF-E3B9-BA54F1431000}"/>
              </a:ext>
            </a:extLst>
          </p:cNvPr>
          <p:cNvCxnSpPr>
            <a:cxnSpLocks/>
          </p:cNvCxnSpPr>
          <p:nvPr/>
        </p:nvCxnSpPr>
        <p:spPr>
          <a:xfrm>
            <a:off x="8110221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BA6EE94-33EC-52F8-3B45-D442ED091160}"/>
              </a:ext>
            </a:extLst>
          </p:cNvPr>
          <p:cNvSpPr txBox="1"/>
          <p:nvPr/>
        </p:nvSpPr>
        <p:spPr>
          <a:xfrm>
            <a:off x="5169503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2500 ft.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70E729-B8BC-6153-3C48-3211ED3806FD}"/>
              </a:ext>
            </a:extLst>
          </p:cNvPr>
          <p:cNvSpPr txBox="1"/>
          <p:nvPr/>
        </p:nvSpPr>
        <p:spPr>
          <a:xfrm>
            <a:off x="2960227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2000 ft.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C3D3B9-C5F4-A4AF-341B-8164562B748E}"/>
              </a:ext>
            </a:extLst>
          </p:cNvPr>
          <p:cNvSpPr txBox="1"/>
          <p:nvPr/>
        </p:nvSpPr>
        <p:spPr>
          <a:xfrm>
            <a:off x="6474047" y="2721093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1000 ft.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D8C24E-A0D4-35AB-FE17-9261C281F29D}"/>
              </a:ext>
            </a:extLst>
          </p:cNvPr>
          <p:cNvSpPr txBox="1"/>
          <p:nvPr/>
        </p:nvSpPr>
        <p:spPr>
          <a:xfrm>
            <a:off x="7778591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1000 ft.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9143D41-6D98-21CB-B7AD-933D3224DF6E}"/>
              </a:ext>
            </a:extLst>
          </p:cNvPr>
          <p:cNvSpPr txBox="1"/>
          <p:nvPr/>
        </p:nvSpPr>
        <p:spPr>
          <a:xfrm>
            <a:off x="6748146" y="3613746"/>
            <a:ext cx="64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</a:t>
            </a:r>
          </a:p>
          <a:p>
            <a:r>
              <a:rPr lang="en-US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2357651-7788-2B4D-A171-9BAC1D0D5962}"/>
              </a:ext>
            </a:extLst>
          </p:cNvPr>
          <p:cNvSpPr txBox="1"/>
          <p:nvPr/>
        </p:nvSpPr>
        <p:spPr>
          <a:xfrm>
            <a:off x="2611994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0FD9CD-D9DD-5DC6-B274-7B35E53AC8C4}"/>
              </a:ext>
            </a:extLst>
          </p:cNvPr>
          <p:cNvSpPr txBox="1"/>
          <p:nvPr/>
        </p:nvSpPr>
        <p:spPr>
          <a:xfrm>
            <a:off x="4012215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E769927-3D89-FCA5-B097-873B7E2E2750}"/>
              </a:ext>
            </a:extLst>
          </p:cNvPr>
          <p:cNvSpPr txBox="1"/>
          <p:nvPr/>
        </p:nvSpPr>
        <p:spPr>
          <a:xfrm>
            <a:off x="4918565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EE3EB9-4B6B-1E43-A000-B9160148C38B}"/>
              </a:ext>
            </a:extLst>
          </p:cNvPr>
          <p:cNvSpPr txBox="1"/>
          <p:nvPr/>
        </p:nvSpPr>
        <p:spPr>
          <a:xfrm>
            <a:off x="7497969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7E9B50-489B-8AA3-8A2E-E948CD90EDF3}"/>
              </a:ext>
            </a:extLst>
          </p:cNvPr>
          <p:cNvSpPr txBox="1"/>
          <p:nvPr/>
        </p:nvSpPr>
        <p:spPr>
          <a:xfrm>
            <a:off x="6203107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7B8D8DC-8043-5100-F7CC-A4C66EA61266}"/>
              </a:ext>
            </a:extLst>
          </p:cNvPr>
          <p:cNvSpPr txBox="1"/>
          <p:nvPr/>
        </p:nvSpPr>
        <p:spPr>
          <a:xfrm>
            <a:off x="8812195" y="2429150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8FF5F92-CB90-46AC-C4E5-4C67A2B3DC4B}"/>
              </a:ext>
            </a:extLst>
          </p:cNvPr>
          <p:cNvSpPr txBox="1"/>
          <p:nvPr/>
        </p:nvSpPr>
        <p:spPr>
          <a:xfrm>
            <a:off x="9831228" y="2839450"/>
            <a:ext cx="64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</a:t>
            </a:r>
          </a:p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71655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176E276-EE46-AC20-0074-893BC1749FD5}"/>
              </a:ext>
            </a:extLst>
          </p:cNvPr>
          <p:cNvSpPr/>
          <p:nvPr/>
        </p:nvSpPr>
        <p:spPr>
          <a:xfrm>
            <a:off x="1414272" y="2905760"/>
            <a:ext cx="576072" cy="54864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FCA14A-B7BF-53B1-FFD9-BFF6FB7F546D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1990344" y="3180080"/>
            <a:ext cx="77825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592CF3-0804-F9CB-1E73-4F68664E01BB}"/>
              </a:ext>
            </a:extLst>
          </p:cNvPr>
          <p:cNvCxnSpPr>
            <a:cxnSpLocks/>
          </p:cNvCxnSpPr>
          <p:nvPr/>
        </p:nvCxnSpPr>
        <p:spPr>
          <a:xfrm>
            <a:off x="2768600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BEAA00-9175-0310-BA7F-DB110886CCD9}"/>
              </a:ext>
            </a:extLst>
          </p:cNvPr>
          <p:cNvCxnSpPr>
            <a:cxnSpLocks/>
          </p:cNvCxnSpPr>
          <p:nvPr/>
        </p:nvCxnSpPr>
        <p:spPr>
          <a:xfrm>
            <a:off x="2768600" y="3180080"/>
            <a:ext cx="176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064DC5-1C18-EAE7-63CD-638B956D21A8}"/>
              </a:ext>
            </a:extLst>
          </p:cNvPr>
          <p:cNvCxnSpPr>
            <a:cxnSpLocks/>
          </p:cNvCxnSpPr>
          <p:nvPr/>
        </p:nvCxnSpPr>
        <p:spPr>
          <a:xfrm>
            <a:off x="4152900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694D21D-C655-95C7-3EB4-9CB34B4604CA}"/>
              </a:ext>
            </a:extLst>
          </p:cNvPr>
          <p:cNvGrpSpPr/>
          <p:nvPr/>
        </p:nvGrpSpPr>
        <p:grpSpPr>
          <a:xfrm>
            <a:off x="4457383" y="2888296"/>
            <a:ext cx="147001" cy="605663"/>
            <a:chOff x="4457383" y="2888296"/>
            <a:chExt cx="147001" cy="60566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0968555-E735-637F-8887-A9ED3ECCED5F}"/>
                </a:ext>
              </a:extLst>
            </p:cNvPr>
            <p:cNvSpPr/>
            <p:nvPr/>
          </p:nvSpPr>
          <p:spPr>
            <a:xfrm>
              <a:off x="4465320" y="3042920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E55283F-B395-C503-6EE8-E0D53C3CC568}"/>
                </a:ext>
              </a:extLst>
            </p:cNvPr>
            <p:cNvSpPr/>
            <p:nvPr/>
          </p:nvSpPr>
          <p:spPr>
            <a:xfrm>
              <a:off x="4465320" y="2905759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571B82C-5169-EB80-6DBC-0DF97F0A43FA}"/>
                </a:ext>
              </a:extLst>
            </p:cNvPr>
            <p:cNvSpPr/>
            <p:nvPr/>
          </p:nvSpPr>
          <p:spPr>
            <a:xfrm>
              <a:off x="4467224" y="3329304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0191229-C09A-EC53-96D7-AD0693DA67D3}"/>
                </a:ext>
              </a:extLst>
            </p:cNvPr>
            <p:cNvSpPr/>
            <p:nvPr/>
          </p:nvSpPr>
          <p:spPr>
            <a:xfrm>
              <a:off x="4467224" y="3192143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8CEBF7-5C60-8AB6-A070-827F31618D55}"/>
                </a:ext>
              </a:extLst>
            </p:cNvPr>
            <p:cNvSpPr/>
            <p:nvPr/>
          </p:nvSpPr>
          <p:spPr>
            <a:xfrm>
              <a:off x="4457383" y="2888296"/>
              <a:ext cx="73152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F5CBC22-FDD8-5110-E8AE-656561F553A3}"/>
                </a:ext>
              </a:extLst>
            </p:cNvPr>
            <p:cNvSpPr/>
            <p:nvPr/>
          </p:nvSpPr>
          <p:spPr>
            <a:xfrm>
              <a:off x="4460558" y="3201351"/>
              <a:ext cx="67624" cy="292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16E3A2C-C405-F688-28B6-8426645FF4F6}"/>
              </a:ext>
            </a:extLst>
          </p:cNvPr>
          <p:cNvGrpSpPr/>
          <p:nvPr/>
        </p:nvGrpSpPr>
        <p:grpSpPr>
          <a:xfrm>
            <a:off x="4666774" y="2897821"/>
            <a:ext cx="158498" cy="592963"/>
            <a:chOff x="4666774" y="2897821"/>
            <a:chExt cx="158498" cy="592963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7B0CCCC-F46B-0394-4DC5-37C78E7B24EC}"/>
                </a:ext>
              </a:extLst>
            </p:cNvPr>
            <p:cNvSpPr/>
            <p:nvPr/>
          </p:nvSpPr>
          <p:spPr>
            <a:xfrm flipH="1">
              <a:off x="4668678" y="3042920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E77BB96-43AF-984E-1047-954B6B315E26}"/>
                </a:ext>
              </a:extLst>
            </p:cNvPr>
            <p:cNvSpPr/>
            <p:nvPr/>
          </p:nvSpPr>
          <p:spPr>
            <a:xfrm flipH="1">
              <a:off x="4668678" y="2905759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A35357B-24C8-ED27-76BC-21BD33922C6F}"/>
                </a:ext>
              </a:extLst>
            </p:cNvPr>
            <p:cNvSpPr/>
            <p:nvPr/>
          </p:nvSpPr>
          <p:spPr>
            <a:xfrm flipH="1">
              <a:off x="4666774" y="3329304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9CC6FA-7C7F-984C-1069-AA50BF7C3F9A}"/>
                </a:ext>
              </a:extLst>
            </p:cNvPr>
            <p:cNvSpPr/>
            <p:nvPr/>
          </p:nvSpPr>
          <p:spPr>
            <a:xfrm flipH="1">
              <a:off x="4666774" y="3192143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325B3A0-80B3-BC4C-CD94-F1BEDC00E2ED}"/>
                </a:ext>
              </a:extLst>
            </p:cNvPr>
            <p:cNvSpPr/>
            <p:nvPr/>
          </p:nvSpPr>
          <p:spPr>
            <a:xfrm flipH="1">
              <a:off x="4742976" y="2897821"/>
              <a:ext cx="82296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0FB2E48-4969-2E5E-F8F1-FA8643181981}"/>
                </a:ext>
              </a:extLst>
            </p:cNvPr>
            <p:cNvSpPr/>
            <p:nvPr/>
          </p:nvSpPr>
          <p:spPr>
            <a:xfrm flipH="1">
              <a:off x="4742976" y="3198176"/>
              <a:ext cx="67624" cy="292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8DBF106-3B30-FBB3-0CD5-C467D4D0C80C}"/>
              </a:ext>
            </a:extLst>
          </p:cNvPr>
          <p:cNvCxnSpPr>
            <a:cxnSpLocks/>
          </p:cNvCxnSpPr>
          <p:nvPr/>
        </p:nvCxnSpPr>
        <p:spPr>
          <a:xfrm>
            <a:off x="4735354" y="3181347"/>
            <a:ext cx="4837271" cy="2000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391A686-52A7-9763-CF01-A8B8EA079528}"/>
              </a:ext>
            </a:extLst>
          </p:cNvPr>
          <p:cNvCxnSpPr>
            <a:cxnSpLocks/>
          </p:cNvCxnSpPr>
          <p:nvPr/>
        </p:nvCxnSpPr>
        <p:spPr>
          <a:xfrm>
            <a:off x="5067299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B3374D2-723E-5F68-D450-FD98DEB0104C}"/>
              </a:ext>
            </a:extLst>
          </p:cNvPr>
          <p:cNvCxnSpPr>
            <a:cxnSpLocks/>
          </p:cNvCxnSpPr>
          <p:nvPr/>
        </p:nvCxnSpPr>
        <p:spPr>
          <a:xfrm>
            <a:off x="6367462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5990D43-D959-C646-3203-35260414950B}"/>
              </a:ext>
            </a:extLst>
          </p:cNvPr>
          <p:cNvCxnSpPr>
            <a:cxnSpLocks/>
          </p:cNvCxnSpPr>
          <p:nvPr/>
        </p:nvCxnSpPr>
        <p:spPr>
          <a:xfrm>
            <a:off x="7667625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0D5578-42BE-B009-5F88-304F6138A6D7}"/>
              </a:ext>
            </a:extLst>
          </p:cNvPr>
          <p:cNvCxnSpPr>
            <a:cxnSpLocks/>
          </p:cNvCxnSpPr>
          <p:nvPr/>
        </p:nvCxnSpPr>
        <p:spPr>
          <a:xfrm>
            <a:off x="8967787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824810CB-A4B0-D44D-0D5A-0259FF7621AC}"/>
              </a:ext>
            </a:extLst>
          </p:cNvPr>
          <p:cNvSpPr/>
          <p:nvPr/>
        </p:nvSpPr>
        <p:spPr>
          <a:xfrm rot="5400000">
            <a:off x="9516747" y="3119278"/>
            <a:ext cx="127000" cy="15779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B70EB63A-EC0C-F280-6303-858EBF491A50}"/>
              </a:ext>
            </a:extLst>
          </p:cNvPr>
          <p:cNvSpPr/>
          <p:nvPr/>
        </p:nvSpPr>
        <p:spPr>
          <a:xfrm rot="10800000">
            <a:off x="6589397" y="3798728"/>
            <a:ext cx="127000" cy="15779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26771E7-B2F9-E471-3E7E-8469F610235E}"/>
              </a:ext>
            </a:extLst>
          </p:cNvPr>
          <p:cNvCxnSpPr>
            <a:endCxn id="42" idx="3"/>
          </p:cNvCxnSpPr>
          <p:nvPr/>
        </p:nvCxnSpPr>
        <p:spPr>
          <a:xfrm rot="16200000" flipH="1">
            <a:off x="6356207" y="3502038"/>
            <a:ext cx="307944" cy="285435"/>
          </a:xfrm>
          <a:prstGeom prst="bentConnector3">
            <a:avLst>
              <a:gd name="adj1" fmla="val -7738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2208AAE4-69BF-D536-F3F3-08103ABD3635}"/>
              </a:ext>
            </a:extLst>
          </p:cNvPr>
          <p:cNvSpPr/>
          <p:nvPr/>
        </p:nvSpPr>
        <p:spPr>
          <a:xfrm>
            <a:off x="4269102" y="3679921"/>
            <a:ext cx="259080" cy="27660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D4FB911-C652-8FAE-637F-59E1EDBE4E99}"/>
              </a:ext>
            </a:extLst>
          </p:cNvPr>
          <p:cNvCxnSpPr>
            <a:cxnSpLocks/>
          </p:cNvCxnSpPr>
          <p:nvPr/>
        </p:nvCxnSpPr>
        <p:spPr>
          <a:xfrm>
            <a:off x="4690395" y="3679920"/>
            <a:ext cx="134877" cy="1188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70AF254-EBF2-6AAB-31AB-3F903C67BFB9}"/>
              </a:ext>
            </a:extLst>
          </p:cNvPr>
          <p:cNvCxnSpPr>
            <a:cxnSpLocks/>
          </p:cNvCxnSpPr>
          <p:nvPr/>
        </p:nvCxnSpPr>
        <p:spPr>
          <a:xfrm>
            <a:off x="4825272" y="3798728"/>
            <a:ext cx="0" cy="15779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231FEDE-4732-7F7D-FD50-3594B7B817A1}"/>
              </a:ext>
            </a:extLst>
          </p:cNvPr>
          <p:cNvCxnSpPr>
            <a:cxnSpLocks/>
          </p:cNvCxnSpPr>
          <p:nvPr/>
        </p:nvCxnSpPr>
        <p:spPr>
          <a:xfrm flipH="1">
            <a:off x="4915190" y="3876323"/>
            <a:ext cx="899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342D508-B723-F5CD-15E4-B48EF14B3D60}"/>
              </a:ext>
            </a:extLst>
          </p:cNvPr>
          <p:cNvCxnSpPr>
            <a:cxnSpLocks/>
          </p:cNvCxnSpPr>
          <p:nvPr/>
        </p:nvCxnSpPr>
        <p:spPr>
          <a:xfrm flipH="1">
            <a:off x="4928147" y="3902517"/>
            <a:ext cx="640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9C74222-4745-8A2C-AC92-FA48245E47E5}"/>
              </a:ext>
            </a:extLst>
          </p:cNvPr>
          <p:cNvCxnSpPr>
            <a:cxnSpLocks/>
          </p:cNvCxnSpPr>
          <p:nvPr/>
        </p:nvCxnSpPr>
        <p:spPr>
          <a:xfrm flipH="1">
            <a:off x="4946433" y="3928710"/>
            <a:ext cx="274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3E4B9EEF-5956-9F98-AB51-90971C8F85EC}"/>
              </a:ext>
            </a:extLst>
          </p:cNvPr>
          <p:cNvCxnSpPr/>
          <p:nvPr/>
        </p:nvCxnSpPr>
        <p:spPr>
          <a:xfrm rot="16200000" flipH="1">
            <a:off x="4813812" y="3810187"/>
            <a:ext cx="157796" cy="134877"/>
          </a:xfrm>
          <a:prstGeom prst="bentConnector3">
            <a:avLst>
              <a:gd name="adj1" fmla="val 2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20DF881-0ED4-9370-B2E5-7C1178D3FA78}"/>
              </a:ext>
            </a:extLst>
          </p:cNvPr>
          <p:cNvCxnSpPr>
            <a:cxnSpLocks/>
          </p:cNvCxnSpPr>
          <p:nvPr/>
        </p:nvCxnSpPr>
        <p:spPr>
          <a:xfrm flipH="1">
            <a:off x="4825270" y="3679920"/>
            <a:ext cx="134877" cy="1188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76B5226-0540-38C2-5554-AE640E58D55D}"/>
              </a:ext>
            </a:extLst>
          </p:cNvPr>
          <p:cNvCxnSpPr>
            <a:cxnSpLocks/>
          </p:cNvCxnSpPr>
          <p:nvPr/>
        </p:nvCxnSpPr>
        <p:spPr>
          <a:xfrm>
            <a:off x="3251200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E093DE6-7AE6-7FA5-315B-8035CEC993DA}"/>
              </a:ext>
            </a:extLst>
          </p:cNvPr>
          <p:cNvCxnSpPr>
            <a:cxnSpLocks/>
          </p:cNvCxnSpPr>
          <p:nvPr/>
        </p:nvCxnSpPr>
        <p:spPr>
          <a:xfrm>
            <a:off x="5346700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74CFD5F-A0CF-654B-395A-242BEA543834}"/>
              </a:ext>
            </a:extLst>
          </p:cNvPr>
          <p:cNvCxnSpPr>
            <a:cxnSpLocks/>
          </p:cNvCxnSpPr>
          <p:nvPr/>
        </p:nvCxnSpPr>
        <p:spPr>
          <a:xfrm>
            <a:off x="6652896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25C85FC-814E-BCBF-E3B9-BA54F1431000}"/>
              </a:ext>
            </a:extLst>
          </p:cNvPr>
          <p:cNvCxnSpPr>
            <a:cxnSpLocks/>
          </p:cNvCxnSpPr>
          <p:nvPr/>
        </p:nvCxnSpPr>
        <p:spPr>
          <a:xfrm>
            <a:off x="8110221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BA6EE94-33EC-52F8-3B45-D442ED091160}"/>
              </a:ext>
            </a:extLst>
          </p:cNvPr>
          <p:cNvSpPr txBox="1"/>
          <p:nvPr/>
        </p:nvSpPr>
        <p:spPr>
          <a:xfrm>
            <a:off x="5169503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2500 ft.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70E729-B8BC-6153-3C48-3211ED3806FD}"/>
              </a:ext>
            </a:extLst>
          </p:cNvPr>
          <p:cNvSpPr txBox="1"/>
          <p:nvPr/>
        </p:nvSpPr>
        <p:spPr>
          <a:xfrm>
            <a:off x="2960227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2000 ft.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C3D3B9-C5F4-A4AF-341B-8164562B748E}"/>
              </a:ext>
            </a:extLst>
          </p:cNvPr>
          <p:cNvSpPr txBox="1"/>
          <p:nvPr/>
        </p:nvSpPr>
        <p:spPr>
          <a:xfrm>
            <a:off x="6474047" y="2721093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1000 ft.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D8C24E-A0D4-35AB-FE17-9261C281F29D}"/>
              </a:ext>
            </a:extLst>
          </p:cNvPr>
          <p:cNvSpPr txBox="1"/>
          <p:nvPr/>
        </p:nvSpPr>
        <p:spPr>
          <a:xfrm>
            <a:off x="7778591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1000 ft.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9143D41-6D98-21CB-B7AD-933D3224DF6E}"/>
              </a:ext>
            </a:extLst>
          </p:cNvPr>
          <p:cNvSpPr txBox="1"/>
          <p:nvPr/>
        </p:nvSpPr>
        <p:spPr>
          <a:xfrm>
            <a:off x="6329046" y="3983442"/>
            <a:ext cx="64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</a:t>
            </a:r>
          </a:p>
          <a:p>
            <a:r>
              <a:rPr lang="en-US" dirty="0"/>
              <a:t>1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79E17636-1280-42BF-AC40-C7E28EAE150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20510" y="3584067"/>
            <a:ext cx="469900" cy="468312"/>
            <a:chOff x="3578" y="743"/>
            <a:chExt cx="296" cy="295"/>
          </a:xfrm>
          <a:solidFill>
            <a:schemeClr val="tx1"/>
          </a:solidFill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ADC8E38D-FF75-FA90-E92B-73E2BC11C2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8" y="743"/>
              <a:ext cx="296" cy="295"/>
            </a:xfrm>
            <a:custGeom>
              <a:avLst/>
              <a:gdLst>
                <a:gd name="T0" fmla="*/ 460 w 592"/>
                <a:gd name="T1" fmla="*/ 495 h 590"/>
                <a:gd name="T2" fmla="*/ 395 w 592"/>
                <a:gd name="T3" fmla="*/ 534 h 590"/>
                <a:gd name="T4" fmla="*/ 321 w 592"/>
                <a:gd name="T5" fmla="*/ 552 h 590"/>
                <a:gd name="T6" fmla="*/ 271 w 592"/>
                <a:gd name="T7" fmla="*/ 552 h 590"/>
                <a:gd name="T8" fmla="*/ 197 w 592"/>
                <a:gd name="T9" fmla="*/ 534 h 590"/>
                <a:gd name="T10" fmla="*/ 132 w 592"/>
                <a:gd name="T11" fmla="*/ 495 h 590"/>
                <a:gd name="T12" fmla="*/ 96 w 592"/>
                <a:gd name="T13" fmla="*/ 458 h 590"/>
                <a:gd name="T14" fmla="*/ 57 w 592"/>
                <a:gd name="T15" fmla="*/ 394 h 590"/>
                <a:gd name="T16" fmla="*/ 39 w 592"/>
                <a:gd name="T17" fmla="*/ 321 h 590"/>
                <a:gd name="T18" fmla="*/ 39 w 592"/>
                <a:gd name="T19" fmla="*/ 269 h 590"/>
                <a:gd name="T20" fmla="*/ 57 w 592"/>
                <a:gd name="T21" fmla="*/ 196 h 590"/>
                <a:gd name="T22" fmla="*/ 96 w 592"/>
                <a:gd name="T23" fmla="*/ 131 h 590"/>
                <a:gd name="T24" fmla="*/ 132 w 592"/>
                <a:gd name="T25" fmla="*/ 95 h 590"/>
                <a:gd name="T26" fmla="*/ 197 w 592"/>
                <a:gd name="T27" fmla="*/ 56 h 590"/>
                <a:gd name="T28" fmla="*/ 271 w 592"/>
                <a:gd name="T29" fmla="*/ 37 h 590"/>
                <a:gd name="T30" fmla="*/ 321 w 592"/>
                <a:gd name="T31" fmla="*/ 37 h 590"/>
                <a:gd name="T32" fmla="*/ 395 w 592"/>
                <a:gd name="T33" fmla="*/ 56 h 590"/>
                <a:gd name="T34" fmla="*/ 460 w 592"/>
                <a:gd name="T35" fmla="*/ 95 h 590"/>
                <a:gd name="T36" fmla="*/ 496 w 592"/>
                <a:gd name="T37" fmla="*/ 131 h 590"/>
                <a:gd name="T38" fmla="*/ 535 w 592"/>
                <a:gd name="T39" fmla="*/ 196 h 590"/>
                <a:gd name="T40" fmla="*/ 553 w 592"/>
                <a:gd name="T41" fmla="*/ 269 h 590"/>
                <a:gd name="T42" fmla="*/ 553 w 592"/>
                <a:gd name="T43" fmla="*/ 321 h 590"/>
                <a:gd name="T44" fmla="*/ 535 w 592"/>
                <a:gd name="T45" fmla="*/ 394 h 590"/>
                <a:gd name="T46" fmla="*/ 496 w 592"/>
                <a:gd name="T47" fmla="*/ 458 h 590"/>
                <a:gd name="T48" fmla="*/ 296 w 592"/>
                <a:gd name="T49" fmla="*/ 0 h 590"/>
                <a:gd name="T50" fmla="*/ 266 w 592"/>
                <a:gd name="T51" fmla="*/ 1 h 590"/>
                <a:gd name="T52" fmla="*/ 223 w 592"/>
                <a:gd name="T53" fmla="*/ 10 h 590"/>
                <a:gd name="T54" fmla="*/ 155 w 592"/>
                <a:gd name="T55" fmla="*/ 35 h 590"/>
                <a:gd name="T56" fmla="*/ 87 w 592"/>
                <a:gd name="T57" fmla="*/ 87 h 590"/>
                <a:gd name="T58" fmla="*/ 36 w 592"/>
                <a:gd name="T59" fmla="*/ 154 h 590"/>
                <a:gd name="T60" fmla="*/ 10 w 592"/>
                <a:gd name="T61" fmla="*/ 221 h 590"/>
                <a:gd name="T62" fmla="*/ 2 w 592"/>
                <a:gd name="T63" fmla="*/ 264 h 590"/>
                <a:gd name="T64" fmla="*/ 0 w 592"/>
                <a:gd name="T65" fmla="*/ 294 h 590"/>
                <a:gd name="T66" fmla="*/ 4 w 592"/>
                <a:gd name="T67" fmla="*/ 340 h 590"/>
                <a:gd name="T68" fmla="*/ 14 w 592"/>
                <a:gd name="T69" fmla="*/ 382 h 590"/>
                <a:gd name="T70" fmla="*/ 51 w 592"/>
                <a:gd name="T71" fmla="*/ 460 h 590"/>
                <a:gd name="T72" fmla="*/ 108 w 592"/>
                <a:gd name="T73" fmla="*/ 523 h 590"/>
                <a:gd name="T74" fmla="*/ 180 w 592"/>
                <a:gd name="T75" fmla="*/ 567 h 590"/>
                <a:gd name="T76" fmla="*/ 237 w 592"/>
                <a:gd name="T77" fmla="*/ 584 h 590"/>
                <a:gd name="T78" fmla="*/ 280 w 592"/>
                <a:gd name="T79" fmla="*/ 590 h 590"/>
                <a:gd name="T80" fmla="*/ 312 w 592"/>
                <a:gd name="T81" fmla="*/ 590 h 590"/>
                <a:gd name="T82" fmla="*/ 356 w 592"/>
                <a:gd name="T83" fmla="*/ 584 h 590"/>
                <a:gd name="T84" fmla="*/ 412 w 592"/>
                <a:gd name="T85" fmla="*/ 567 h 590"/>
                <a:gd name="T86" fmla="*/ 484 w 592"/>
                <a:gd name="T87" fmla="*/ 523 h 590"/>
                <a:gd name="T88" fmla="*/ 541 w 592"/>
                <a:gd name="T89" fmla="*/ 460 h 590"/>
                <a:gd name="T90" fmla="*/ 579 w 592"/>
                <a:gd name="T91" fmla="*/ 382 h 590"/>
                <a:gd name="T92" fmla="*/ 588 w 592"/>
                <a:gd name="T93" fmla="*/ 340 h 590"/>
                <a:gd name="T94" fmla="*/ 592 w 592"/>
                <a:gd name="T95" fmla="*/ 294 h 590"/>
                <a:gd name="T96" fmla="*/ 590 w 592"/>
                <a:gd name="T97" fmla="*/ 264 h 590"/>
                <a:gd name="T98" fmla="*/ 582 w 592"/>
                <a:gd name="T99" fmla="*/ 221 h 590"/>
                <a:gd name="T100" fmla="*/ 556 w 592"/>
                <a:gd name="T101" fmla="*/ 154 h 590"/>
                <a:gd name="T102" fmla="*/ 505 w 592"/>
                <a:gd name="T103" fmla="*/ 87 h 590"/>
                <a:gd name="T104" fmla="*/ 437 w 592"/>
                <a:gd name="T105" fmla="*/ 35 h 590"/>
                <a:gd name="T106" fmla="*/ 369 w 592"/>
                <a:gd name="T107" fmla="*/ 10 h 590"/>
                <a:gd name="T108" fmla="*/ 326 w 592"/>
                <a:gd name="T109" fmla="*/ 1 h 590"/>
                <a:gd name="T110" fmla="*/ 296 w 592"/>
                <a:gd name="T111" fmla="*/ 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92" h="590">
                  <a:moveTo>
                    <a:pt x="479" y="477"/>
                  </a:moveTo>
                  <a:lnTo>
                    <a:pt x="479" y="477"/>
                  </a:lnTo>
                  <a:lnTo>
                    <a:pt x="460" y="495"/>
                  </a:lnTo>
                  <a:lnTo>
                    <a:pt x="439" y="509"/>
                  </a:lnTo>
                  <a:lnTo>
                    <a:pt x="418" y="523"/>
                  </a:lnTo>
                  <a:lnTo>
                    <a:pt x="395" y="534"/>
                  </a:lnTo>
                  <a:lnTo>
                    <a:pt x="372" y="542"/>
                  </a:lnTo>
                  <a:lnTo>
                    <a:pt x="347" y="548"/>
                  </a:lnTo>
                  <a:lnTo>
                    <a:pt x="321" y="552"/>
                  </a:lnTo>
                  <a:lnTo>
                    <a:pt x="296" y="553"/>
                  </a:lnTo>
                  <a:lnTo>
                    <a:pt x="296" y="553"/>
                  </a:lnTo>
                  <a:lnTo>
                    <a:pt x="271" y="552"/>
                  </a:lnTo>
                  <a:lnTo>
                    <a:pt x="245" y="548"/>
                  </a:lnTo>
                  <a:lnTo>
                    <a:pt x="220" y="542"/>
                  </a:lnTo>
                  <a:lnTo>
                    <a:pt x="197" y="534"/>
                  </a:lnTo>
                  <a:lnTo>
                    <a:pt x="174" y="523"/>
                  </a:lnTo>
                  <a:lnTo>
                    <a:pt x="153" y="509"/>
                  </a:lnTo>
                  <a:lnTo>
                    <a:pt x="132" y="495"/>
                  </a:lnTo>
                  <a:lnTo>
                    <a:pt x="113" y="477"/>
                  </a:lnTo>
                  <a:lnTo>
                    <a:pt x="113" y="477"/>
                  </a:lnTo>
                  <a:lnTo>
                    <a:pt x="96" y="458"/>
                  </a:lnTo>
                  <a:lnTo>
                    <a:pt x="81" y="437"/>
                  </a:lnTo>
                  <a:lnTo>
                    <a:pt x="67" y="417"/>
                  </a:lnTo>
                  <a:lnTo>
                    <a:pt x="57" y="394"/>
                  </a:lnTo>
                  <a:lnTo>
                    <a:pt x="48" y="370"/>
                  </a:lnTo>
                  <a:lnTo>
                    <a:pt x="42" y="346"/>
                  </a:lnTo>
                  <a:lnTo>
                    <a:pt x="39" y="321"/>
                  </a:lnTo>
                  <a:lnTo>
                    <a:pt x="37" y="294"/>
                  </a:lnTo>
                  <a:lnTo>
                    <a:pt x="37" y="294"/>
                  </a:lnTo>
                  <a:lnTo>
                    <a:pt x="39" y="269"/>
                  </a:lnTo>
                  <a:lnTo>
                    <a:pt x="42" y="244"/>
                  </a:lnTo>
                  <a:lnTo>
                    <a:pt x="48" y="220"/>
                  </a:lnTo>
                  <a:lnTo>
                    <a:pt x="57" y="196"/>
                  </a:lnTo>
                  <a:lnTo>
                    <a:pt x="67" y="173"/>
                  </a:lnTo>
                  <a:lnTo>
                    <a:pt x="81" y="151"/>
                  </a:lnTo>
                  <a:lnTo>
                    <a:pt x="96" y="131"/>
                  </a:lnTo>
                  <a:lnTo>
                    <a:pt x="113" y="112"/>
                  </a:lnTo>
                  <a:lnTo>
                    <a:pt x="113" y="112"/>
                  </a:lnTo>
                  <a:lnTo>
                    <a:pt x="132" y="95"/>
                  </a:lnTo>
                  <a:lnTo>
                    <a:pt x="153" y="79"/>
                  </a:lnTo>
                  <a:lnTo>
                    <a:pt x="174" y="67"/>
                  </a:lnTo>
                  <a:lnTo>
                    <a:pt x="197" y="56"/>
                  </a:lnTo>
                  <a:lnTo>
                    <a:pt x="220" y="48"/>
                  </a:lnTo>
                  <a:lnTo>
                    <a:pt x="245" y="42"/>
                  </a:lnTo>
                  <a:lnTo>
                    <a:pt x="271" y="37"/>
                  </a:lnTo>
                  <a:lnTo>
                    <a:pt x="296" y="36"/>
                  </a:lnTo>
                  <a:lnTo>
                    <a:pt x="296" y="36"/>
                  </a:lnTo>
                  <a:lnTo>
                    <a:pt x="321" y="37"/>
                  </a:lnTo>
                  <a:lnTo>
                    <a:pt x="347" y="42"/>
                  </a:lnTo>
                  <a:lnTo>
                    <a:pt x="372" y="48"/>
                  </a:lnTo>
                  <a:lnTo>
                    <a:pt x="395" y="56"/>
                  </a:lnTo>
                  <a:lnTo>
                    <a:pt x="418" y="67"/>
                  </a:lnTo>
                  <a:lnTo>
                    <a:pt x="439" y="79"/>
                  </a:lnTo>
                  <a:lnTo>
                    <a:pt x="460" y="95"/>
                  </a:lnTo>
                  <a:lnTo>
                    <a:pt x="479" y="112"/>
                  </a:lnTo>
                  <a:lnTo>
                    <a:pt x="479" y="112"/>
                  </a:lnTo>
                  <a:lnTo>
                    <a:pt x="496" y="131"/>
                  </a:lnTo>
                  <a:lnTo>
                    <a:pt x="511" y="151"/>
                  </a:lnTo>
                  <a:lnTo>
                    <a:pt x="525" y="173"/>
                  </a:lnTo>
                  <a:lnTo>
                    <a:pt x="535" y="196"/>
                  </a:lnTo>
                  <a:lnTo>
                    <a:pt x="544" y="220"/>
                  </a:lnTo>
                  <a:lnTo>
                    <a:pt x="550" y="244"/>
                  </a:lnTo>
                  <a:lnTo>
                    <a:pt x="553" y="269"/>
                  </a:lnTo>
                  <a:lnTo>
                    <a:pt x="555" y="294"/>
                  </a:lnTo>
                  <a:lnTo>
                    <a:pt x="555" y="294"/>
                  </a:lnTo>
                  <a:lnTo>
                    <a:pt x="553" y="321"/>
                  </a:lnTo>
                  <a:lnTo>
                    <a:pt x="550" y="346"/>
                  </a:lnTo>
                  <a:lnTo>
                    <a:pt x="544" y="370"/>
                  </a:lnTo>
                  <a:lnTo>
                    <a:pt x="535" y="394"/>
                  </a:lnTo>
                  <a:lnTo>
                    <a:pt x="525" y="417"/>
                  </a:lnTo>
                  <a:lnTo>
                    <a:pt x="511" y="437"/>
                  </a:lnTo>
                  <a:lnTo>
                    <a:pt x="496" y="458"/>
                  </a:lnTo>
                  <a:lnTo>
                    <a:pt x="479" y="477"/>
                  </a:lnTo>
                  <a:lnTo>
                    <a:pt x="479" y="477"/>
                  </a:lnTo>
                  <a:close/>
                  <a:moveTo>
                    <a:pt x="296" y="0"/>
                  </a:moveTo>
                  <a:lnTo>
                    <a:pt x="296" y="0"/>
                  </a:lnTo>
                  <a:lnTo>
                    <a:pt x="280" y="0"/>
                  </a:lnTo>
                  <a:lnTo>
                    <a:pt x="266" y="1"/>
                  </a:lnTo>
                  <a:lnTo>
                    <a:pt x="251" y="4"/>
                  </a:lnTo>
                  <a:lnTo>
                    <a:pt x="237" y="6"/>
                  </a:lnTo>
                  <a:lnTo>
                    <a:pt x="223" y="10"/>
                  </a:lnTo>
                  <a:lnTo>
                    <a:pt x="208" y="13"/>
                  </a:lnTo>
                  <a:lnTo>
                    <a:pt x="180" y="23"/>
                  </a:lnTo>
                  <a:lnTo>
                    <a:pt x="155" y="35"/>
                  </a:lnTo>
                  <a:lnTo>
                    <a:pt x="131" y="50"/>
                  </a:lnTo>
                  <a:lnTo>
                    <a:pt x="108" y="67"/>
                  </a:lnTo>
                  <a:lnTo>
                    <a:pt x="87" y="87"/>
                  </a:lnTo>
                  <a:lnTo>
                    <a:pt x="69" y="107"/>
                  </a:lnTo>
                  <a:lnTo>
                    <a:pt x="51" y="130"/>
                  </a:lnTo>
                  <a:lnTo>
                    <a:pt x="36" y="154"/>
                  </a:lnTo>
                  <a:lnTo>
                    <a:pt x="24" y="180"/>
                  </a:lnTo>
                  <a:lnTo>
                    <a:pt x="14" y="207"/>
                  </a:lnTo>
                  <a:lnTo>
                    <a:pt x="10" y="221"/>
                  </a:lnTo>
                  <a:lnTo>
                    <a:pt x="6" y="236"/>
                  </a:lnTo>
                  <a:lnTo>
                    <a:pt x="4" y="250"/>
                  </a:lnTo>
                  <a:lnTo>
                    <a:pt x="2" y="264"/>
                  </a:lnTo>
                  <a:lnTo>
                    <a:pt x="1" y="280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1" y="310"/>
                  </a:lnTo>
                  <a:lnTo>
                    <a:pt x="2" y="324"/>
                  </a:lnTo>
                  <a:lnTo>
                    <a:pt x="4" y="340"/>
                  </a:lnTo>
                  <a:lnTo>
                    <a:pt x="6" y="354"/>
                  </a:lnTo>
                  <a:lnTo>
                    <a:pt x="10" y="369"/>
                  </a:lnTo>
                  <a:lnTo>
                    <a:pt x="14" y="382"/>
                  </a:lnTo>
                  <a:lnTo>
                    <a:pt x="24" y="410"/>
                  </a:lnTo>
                  <a:lnTo>
                    <a:pt x="36" y="435"/>
                  </a:lnTo>
                  <a:lnTo>
                    <a:pt x="51" y="460"/>
                  </a:lnTo>
                  <a:lnTo>
                    <a:pt x="69" y="482"/>
                  </a:lnTo>
                  <a:lnTo>
                    <a:pt x="87" y="503"/>
                  </a:lnTo>
                  <a:lnTo>
                    <a:pt x="108" y="523"/>
                  </a:lnTo>
                  <a:lnTo>
                    <a:pt x="131" y="540"/>
                  </a:lnTo>
                  <a:lnTo>
                    <a:pt x="155" y="554"/>
                  </a:lnTo>
                  <a:lnTo>
                    <a:pt x="180" y="567"/>
                  </a:lnTo>
                  <a:lnTo>
                    <a:pt x="208" y="577"/>
                  </a:lnTo>
                  <a:lnTo>
                    <a:pt x="223" y="580"/>
                  </a:lnTo>
                  <a:lnTo>
                    <a:pt x="237" y="584"/>
                  </a:lnTo>
                  <a:lnTo>
                    <a:pt x="251" y="586"/>
                  </a:lnTo>
                  <a:lnTo>
                    <a:pt x="266" y="589"/>
                  </a:lnTo>
                  <a:lnTo>
                    <a:pt x="280" y="590"/>
                  </a:lnTo>
                  <a:lnTo>
                    <a:pt x="296" y="590"/>
                  </a:lnTo>
                  <a:lnTo>
                    <a:pt x="296" y="590"/>
                  </a:lnTo>
                  <a:lnTo>
                    <a:pt x="312" y="590"/>
                  </a:lnTo>
                  <a:lnTo>
                    <a:pt x="326" y="589"/>
                  </a:lnTo>
                  <a:lnTo>
                    <a:pt x="341" y="586"/>
                  </a:lnTo>
                  <a:lnTo>
                    <a:pt x="356" y="584"/>
                  </a:lnTo>
                  <a:lnTo>
                    <a:pt x="369" y="580"/>
                  </a:lnTo>
                  <a:lnTo>
                    <a:pt x="384" y="577"/>
                  </a:lnTo>
                  <a:lnTo>
                    <a:pt x="412" y="567"/>
                  </a:lnTo>
                  <a:lnTo>
                    <a:pt x="437" y="554"/>
                  </a:lnTo>
                  <a:lnTo>
                    <a:pt x="461" y="540"/>
                  </a:lnTo>
                  <a:lnTo>
                    <a:pt x="484" y="523"/>
                  </a:lnTo>
                  <a:lnTo>
                    <a:pt x="505" y="503"/>
                  </a:lnTo>
                  <a:lnTo>
                    <a:pt x="523" y="482"/>
                  </a:lnTo>
                  <a:lnTo>
                    <a:pt x="541" y="460"/>
                  </a:lnTo>
                  <a:lnTo>
                    <a:pt x="556" y="435"/>
                  </a:lnTo>
                  <a:lnTo>
                    <a:pt x="568" y="410"/>
                  </a:lnTo>
                  <a:lnTo>
                    <a:pt x="579" y="382"/>
                  </a:lnTo>
                  <a:lnTo>
                    <a:pt x="582" y="369"/>
                  </a:lnTo>
                  <a:lnTo>
                    <a:pt x="586" y="354"/>
                  </a:lnTo>
                  <a:lnTo>
                    <a:pt x="588" y="340"/>
                  </a:lnTo>
                  <a:lnTo>
                    <a:pt x="590" y="324"/>
                  </a:lnTo>
                  <a:lnTo>
                    <a:pt x="591" y="310"/>
                  </a:lnTo>
                  <a:lnTo>
                    <a:pt x="592" y="294"/>
                  </a:lnTo>
                  <a:lnTo>
                    <a:pt x="592" y="294"/>
                  </a:lnTo>
                  <a:lnTo>
                    <a:pt x="591" y="280"/>
                  </a:lnTo>
                  <a:lnTo>
                    <a:pt x="590" y="264"/>
                  </a:lnTo>
                  <a:lnTo>
                    <a:pt x="588" y="250"/>
                  </a:lnTo>
                  <a:lnTo>
                    <a:pt x="586" y="236"/>
                  </a:lnTo>
                  <a:lnTo>
                    <a:pt x="582" y="221"/>
                  </a:lnTo>
                  <a:lnTo>
                    <a:pt x="579" y="207"/>
                  </a:lnTo>
                  <a:lnTo>
                    <a:pt x="568" y="180"/>
                  </a:lnTo>
                  <a:lnTo>
                    <a:pt x="556" y="154"/>
                  </a:lnTo>
                  <a:lnTo>
                    <a:pt x="541" y="130"/>
                  </a:lnTo>
                  <a:lnTo>
                    <a:pt x="523" y="107"/>
                  </a:lnTo>
                  <a:lnTo>
                    <a:pt x="505" y="87"/>
                  </a:lnTo>
                  <a:lnTo>
                    <a:pt x="484" y="67"/>
                  </a:lnTo>
                  <a:lnTo>
                    <a:pt x="461" y="50"/>
                  </a:lnTo>
                  <a:lnTo>
                    <a:pt x="437" y="35"/>
                  </a:lnTo>
                  <a:lnTo>
                    <a:pt x="412" y="23"/>
                  </a:lnTo>
                  <a:lnTo>
                    <a:pt x="384" y="13"/>
                  </a:lnTo>
                  <a:lnTo>
                    <a:pt x="369" y="10"/>
                  </a:lnTo>
                  <a:lnTo>
                    <a:pt x="356" y="6"/>
                  </a:lnTo>
                  <a:lnTo>
                    <a:pt x="341" y="4"/>
                  </a:lnTo>
                  <a:lnTo>
                    <a:pt x="326" y="1"/>
                  </a:lnTo>
                  <a:lnTo>
                    <a:pt x="312" y="0"/>
                  </a:lnTo>
                  <a:lnTo>
                    <a:pt x="296" y="0"/>
                  </a:lnTo>
                  <a:lnTo>
                    <a:pt x="29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39">
              <a:extLst>
                <a:ext uri="{FF2B5EF4-FFF2-40B4-BE49-F238E27FC236}">
                  <a16:creationId xmlns:a16="http://schemas.microsoft.com/office/drawing/2014/main" id="{35F3C814-3F0E-D944-49ED-728B4D16AE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" y="771"/>
              <a:ext cx="238" cy="238"/>
            </a:xfrm>
            <a:custGeom>
              <a:avLst/>
              <a:gdLst>
                <a:gd name="T0" fmla="*/ 440 w 476"/>
                <a:gd name="T1" fmla="*/ 238 h 476"/>
                <a:gd name="T2" fmla="*/ 438 w 476"/>
                <a:gd name="T3" fmla="*/ 270 h 476"/>
                <a:gd name="T4" fmla="*/ 431 w 476"/>
                <a:gd name="T5" fmla="*/ 300 h 476"/>
                <a:gd name="T6" fmla="*/ 400 w 476"/>
                <a:gd name="T7" fmla="*/ 357 h 476"/>
                <a:gd name="T8" fmla="*/ 375 w 476"/>
                <a:gd name="T9" fmla="*/ 386 h 476"/>
                <a:gd name="T10" fmla="*/ 331 w 476"/>
                <a:gd name="T11" fmla="*/ 417 h 476"/>
                <a:gd name="T12" fmla="*/ 291 w 476"/>
                <a:gd name="T13" fmla="*/ 433 h 476"/>
                <a:gd name="T14" fmla="*/ 248 w 476"/>
                <a:gd name="T15" fmla="*/ 440 h 476"/>
                <a:gd name="T16" fmla="*/ 222 w 476"/>
                <a:gd name="T17" fmla="*/ 439 h 476"/>
                <a:gd name="T18" fmla="*/ 177 w 476"/>
                <a:gd name="T19" fmla="*/ 431 h 476"/>
                <a:gd name="T20" fmla="*/ 137 w 476"/>
                <a:gd name="T21" fmla="*/ 413 h 476"/>
                <a:gd name="T22" fmla="*/ 103 w 476"/>
                <a:gd name="T23" fmla="*/ 389 h 476"/>
                <a:gd name="T24" fmla="*/ 68 w 476"/>
                <a:gd name="T25" fmla="*/ 347 h 476"/>
                <a:gd name="T26" fmla="*/ 50 w 476"/>
                <a:gd name="T27" fmla="*/ 312 h 476"/>
                <a:gd name="T28" fmla="*/ 37 w 476"/>
                <a:gd name="T29" fmla="*/ 249 h 476"/>
                <a:gd name="T30" fmla="*/ 37 w 476"/>
                <a:gd name="T31" fmla="*/ 238 h 476"/>
                <a:gd name="T32" fmla="*/ 42 w 476"/>
                <a:gd name="T33" fmla="*/ 193 h 476"/>
                <a:gd name="T34" fmla="*/ 54 w 476"/>
                <a:gd name="T35" fmla="*/ 157 h 476"/>
                <a:gd name="T36" fmla="*/ 89 w 476"/>
                <a:gd name="T37" fmla="*/ 104 h 476"/>
                <a:gd name="T38" fmla="*/ 115 w 476"/>
                <a:gd name="T39" fmla="*/ 80 h 476"/>
                <a:gd name="T40" fmla="*/ 145 w 476"/>
                <a:gd name="T41" fmla="*/ 59 h 476"/>
                <a:gd name="T42" fmla="*/ 207 w 476"/>
                <a:gd name="T43" fmla="*/ 40 h 476"/>
                <a:gd name="T44" fmla="*/ 238 w 476"/>
                <a:gd name="T45" fmla="*/ 38 h 476"/>
                <a:gd name="T46" fmla="*/ 269 w 476"/>
                <a:gd name="T47" fmla="*/ 40 h 476"/>
                <a:gd name="T48" fmla="*/ 299 w 476"/>
                <a:gd name="T49" fmla="*/ 47 h 476"/>
                <a:gd name="T50" fmla="*/ 357 w 476"/>
                <a:gd name="T51" fmla="*/ 76 h 476"/>
                <a:gd name="T52" fmla="*/ 386 w 476"/>
                <a:gd name="T53" fmla="*/ 103 h 476"/>
                <a:gd name="T54" fmla="*/ 417 w 476"/>
                <a:gd name="T55" fmla="*/ 146 h 476"/>
                <a:gd name="T56" fmla="*/ 433 w 476"/>
                <a:gd name="T57" fmla="*/ 186 h 476"/>
                <a:gd name="T58" fmla="*/ 439 w 476"/>
                <a:gd name="T59" fmla="*/ 229 h 476"/>
                <a:gd name="T60" fmla="*/ 214 w 476"/>
                <a:gd name="T61" fmla="*/ 2 h 476"/>
                <a:gd name="T62" fmla="*/ 147 w 476"/>
                <a:gd name="T63" fmla="*/ 19 h 476"/>
                <a:gd name="T64" fmla="*/ 88 w 476"/>
                <a:gd name="T65" fmla="*/ 55 h 476"/>
                <a:gd name="T66" fmla="*/ 54 w 476"/>
                <a:gd name="T67" fmla="*/ 88 h 476"/>
                <a:gd name="T68" fmla="*/ 18 w 476"/>
                <a:gd name="T69" fmla="*/ 147 h 476"/>
                <a:gd name="T70" fmla="*/ 1 w 476"/>
                <a:gd name="T71" fmla="*/ 216 h 476"/>
                <a:gd name="T72" fmla="*/ 1 w 476"/>
                <a:gd name="T73" fmla="*/ 262 h 476"/>
                <a:gd name="T74" fmla="*/ 18 w 476"/>
                <a:gd name="T75" fmla="*/ 330 h 476"/>
                <a:gd name="T76" fmla="*/ 54 w 476"/>
                <a:gd name="T77" fmla="*/ 390 h 476"/>
                <a:gd name="T78" fmla="*/ 88 w 476"/>
                <a:gd name="T79" fmla="*/ 423 h 476"/>
                <a:gd name="T80" fmla="*/ 147 w 476"/>
                <a:gd name="T81" fmla="*/ 458 h 476"/>
                <a:gd name="T82" fmla="*/ 214 w 476"/>
                <a:gd name="T83" fmla="*/ 475 h 476"/>
                <a:gd name="T84" fmla="*/ 262 w 476"/>
                <a:gd name="T85" fmla="*/ 475 h 476"/>
                <a:gd name="T86" fmla="*/ 329 w 476"/>
                <a:gd name="T87" fmla="*/ 458 h 476"/>
                <a:gd name="T88" fmla="*/ 390 w 476"/>
                <a:gd name="T89" fmla="*/ 423 h 476"/>
                <a:gd name="T90" fmla="*/ 422 w 476"/>
                <a:gd name="T91" fmla="*/ 390 h 476"/>
                <a:gd name="T92" fmla="*/ 458 w 476"/>
                <a:gd name="T93" fmla="*/ 330 h 476"/>
                <a:gd name="T94" fmla="*/ 475 w 476"/>
                <a:gd name="T95" fmla="*/ 262 h 476"/>
                <a:gd name="T96" fmla="*/ 475 w 476"/>
                <a:gd name="T97" fmla="*/ 216 h 476"/>
                <a:gd name="T98" fmla="*/ 458 w 476"/>
                <a:gd name="T99" fmla="*/ 147 h 476"/>
                <a:gd name="T100" fmla="*/ 422 w 476"/>
                <a:gd name="T101" fmla="*/ 88 h 476"/>
                <a:gd name="T102" fmla="*/ 390 w 476"/>
                <a:gd name="T103" fmla="*/ 55 h 476"/>
                <a:gd name="T104" fmla="*/ 329 w 476"/>
                <a:gd name="T105" fmla="*/ 19 h 476"/>
                <a:gd name="T106" fmla="*/ 262 w 476"/>
                <a:gd name="T107" fmla="*/ 2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76" h="476">
                  <a:moveTo>
                    <a:pt x="439" y="229"/>
                  </a:moveTo>
                  <a:lnTo>
                    <a:pt x="439" y="229"/>
                  </a:lnTo>
                  <a:lnTo>
                    <a:pt x="440" y="238"/>
                  </a:lnTo>
                  <a:lnTo>
                    <a:pt x="440" y="238"/>
                  </a:lnTo>
                  <a:lnTo>
                    <a:pt x="439" y="255"/>
                  </a:lnTo>
                  <a:lnTo>
                    <a:pt x="438" y="270"/>
                  </a:lnTo>
                  <a:lnTo>
                    <a:pt x="434" y="285"/>
                  </a:lnTo>
                  <a:lnTo>
                    <a:pt x="431" y="300"/>
                  </a:lnTo>
                  <a:lnTo>
                    <a:pt x="431" y="300"/>
                  </a:lnTo>
                  <a:lnTo>
                    <a:pt x="422" y="320"/>
                  </a:lnTo>
                  <a:lnTo>
                    <a:pt x="412" y="339"/>
                  </a:lnTo>
                  <a:lnTo>
                    <a:pt x="400" y="357"/>
                  </a:lnTo>
                  <a:lnTo>
                    <a:pt x="387" y="374"/>
                  </a:lnTo>
                  <a:lnTo>
                    <a:pt x="387" y="374"/>
                  </a:lnTo>
                  <a:lnTo>
                    <a:pt x="375" y="386"/>
                  </a:lnTo>
                  <a:lnTo>
                    <a:pt x="361" y="398"/>
                  </a:lnTo>
                  <a:lnTo>
                    <a:pt x="346" y="409"/>
                  </a:lnTo>
                  <a:lnTo>
                    <a:pt x="331" y="417"/>
                  </a:lnTo>
                  <a:lnTo>
                    <a:pt x="331" y="417"/>
                  </a:lnTo>
                  <a:lnTo>
                    <a:pt x="311" y="426"/>
                  </a:lnTo>
                  <a:lnTo>
                    <a:pt x="291" y="433"/>
                  </a:lnTo>
                  <a:lnTo>
                    <a:pt x="270" y="438"/>
                  </a:lnTo>
                  <a:lnTo>
                    <a:pt x="248" y="440"/>
                  </a:lnTo>
                  <a:lnTo>
                    <a:pt x="248" y="440"/>
                  </a:lnTo>
                  <a:lnTo>
                    <a:pt x="238" y="440"/>
                  </a:lnTo>
                  <a:lnTo>
                    <a:pt x="238" y="440"/>
                  </a:lnTo>
                  <a:lnTo>
                    <a:pt x="222" y="439"/>
                  </a:lnTo>
                  <a:lnTo>
                    <a:pt x="207" y="438"/>
                  </a:lnTo>
                  <a:lnTo>
                    <a:pt x="191" y="434"/>
                  </a:lnTo>
                  <a:lnTo>
                    <a:pt x="177" y="431"/>
                  </a:lnTo>
                  <a:lnTo>
                    <a:pt x="177" y="431"/>
                  </a:lnTo>
                  <a:lnTo>
                    <a:pt x="156" y="423"/>
                  </a:lnTo>
                  <a:lnTo>
                    <a:pt x="137" y="413"/>
                  </a:lnTo>
                  <a:lnTo>
                    <a:pt x="119" y="402"/>
                  </a:lnTo>
                  <a:lnTo>
                    <a:pt x="103" y="389"/>
                  </a:lnTo>
                  <a:lnTo>
                    <a:pt x="103" y="389"/>
                  </a:lnTo>
                  <a:lnTo>
                    <a:pt x="90" y="375"/>
                  </a:lnTo>
                  <a:lnTo>
                    <a:pt x="78" y="362"/>
                  </a:lnTo>
                  <a:lnTo>
                    <a:pt x="68" y="347"/>
                  </a:lnTo>
                  <a:lnTo>
                    <a:pt x="59" y="331"/>
                  </a:lnTo>
                  <a:lnTo>
                    <a:pt x="59" y="331"/>
                  </a:lnTo>
                  <a:lnTo>
                    <a:pt x="50" y="312"/>
                  </a:lnTo>
                  <a:lnTo>
                    <a:pt x="43" y="291"/>
                  </a:lnTo>
                  <a:lnTo>
                    <a:pt x="39" y="271"/>
                  </a:lnTo>
                  <a:lnTo>
                    <a:pt x="37" y="249"/>
                  </a:lnTo>
                  <a:lnTo>
                    <a:pt x="37" y="249"/>
                  </a:lnTo>
                  <a:lnTo>
                    <a:pt x="37" y="238"/>
                  </a:lnTo>
                  <a:lnTo>
                    <a:pt x="37" y="238"/>
                  </a:lnTo>
                  <a:lnTo>
                    <a:pt x="37" y="223"/>
                  </a:lnTo>
                  <a:lnTo>
                    <a:pt x="39" y="207"/>
                  </a:lnTo>
                  <a:lnTo>
                    <a:pt x="42" y="193"/>
                  </a:lnTo>
                  <a:lnTo>
                    <a:pt x="45" y="177"/>
                  </a:lnTo>
                  <a:lnTo>
                    <a:pt x="45" y="177"/>
                  </a:lnTo>
                  <a:lnTo>
                    <a:pt x="54" y="157"/>
                  </a:lnTo>
                  <a:lnTo>
                    <a:pt x="64" y="139"/>
                  </a:lnTo>
                  <a:lnTo>
                    <a:pt x="76" y="121"/>
                  </a:lnTo>
                  <a:lnTo>
                    <a:pt x="89" y="104"/>
                  </a:lnTo>
                  <a:lnTo>
                    <a:pt x="89" y="104"/>
                  </a:lnTo>
                  <a:lnTo>
                    <a:pt x="101" y="91"/>
                  </a:lnTo>
                  <a:lnTo>
                    <a:pt x="115" y="80"/>
                  </a:lnTo>
                  <a:lnTo>
                    <a:pt x="130" y="69"/>
                  </a:lnTo>
                  <a:lnTo>
                    <a:pt x="145" y="59"/>
                  </a:lnTo>
                  <a:lnTo>
                    <a:pt x="145" y="59"/>
                  </a:lnTo>
                  <a:lnTo>
                    <a:pt x="165" y="51"/>
                  </a:lnTo>
                  <a:lnTo>
                    <a:pt x="185" y="45"/>
                  </a:lnTo>
                  <a:lnTo>
                    <a:pt x="207" y="40"/>
                  </a:lnTo>
                  <a:lnTo>
                    <a:pt x="228" y="38"/>
                  </a:lnTo>
                  <a:lnTo>
                    <a:pt x="228" y="38"/>
                  </a:lnTo>
                  <a:lnTo>
                    <a:pt x="238" y="38"/>
                  </a:lnTo>
                  <a:lnTo>
                    <a:pt x="238" y="38"/>
                  </a:lnTo>
                  <a:lnTo>
                    <a:pt x="254" y="38"/>
                  </a:lnTo>
                  <a:lnTo>
                    <a:pt x="269" y="40"/>
                  </a:lnTo>
                  <a:lnTo>
                    <a:pt x="285" y="43"/>
                  </a:lnTo>
                  <a:lnTo>
                    <a:pt x="299" y="47"/>
                  </a:lnTo>
                  <a:lnTo>
                    <a:pt x="299" y="47"/>
                  </a:lnTo>
                  <a:lnTo>
                    <a:pt x="320" y="55"/>
                  </a:lnTo>
                  <a:lnTo>
                    <a:pt x="339" y="64"/>
                  </a:lnTo>
                  <a:lnTo>
                    <a:pt x="357" y="76"/>
                  </a:lnTo>
                  <a:lnTo>
                    <a:pt x="373" y="89"/>
                  </a:lnTo>
                  <a:lnTo>
                    <a:pt x="373" y="89"/>
                  </a:lnTo>
                  <a:lnTo>
                    <a:pt x="386" y="103"/>
                  </a:lnTo>
                  <a:lnTo>
                    <a:pt x="398" y="116"/>
                  </a:lnTo>
                  <a:lnTo>
                    <a:pt x="408" y="130"/>
                  </a:lnTo>
                  <a:lnTo>
                    <a:pt x="417" y="146"/>
                  </a:lnTo>
                  <a:lnTo>
                    <a:pt x="417" y="146"/>
                  </a:lnTo>
                  <a:lnTo>
                    <a:pt x="426" y="165"/>
                  </a:lnTo>
                  <a:lnTo>
                    <a:pt x="433" y="186"/>
                  </a:lnTo>
                  <a:lnTo>
                    <a:pt x="437" y="207"/>
                  </a:lnTo>
                  <a:lnTo>
                    <a:pt x="439" y="229"/>
                  </a:lnTo>
                  <a:lnTo>
                    <a:pt x="439" y="229"/>
                  </a:lnTo>
                  <a:close/>
                  <a:moveTo>
                    <a:pt x="238" y="0"/>
                  </a:moveTo>
                  <a:lnTo>
                    <a:pt x="238" y="0"/>
                  </a:lnTo>
                  <a:lnTo>
                    <a:pt x="214" y="2"/>
                  </a:lnTo>
                  <a:lnTo>
                    <a:pt x="191" y="5"/>
                  </a:lnTo>
                  <a:lnTo>
                    <a:pt x="168" y="11"/>
                  </a:lnTo>
                  <a:lnTo>
                    <a:pt x="147" y="19"/>
                  </a:lnTo>
                  <a:lnTo>
                    <a:pt x="126" y="28"/>
                  </a:lnTo>
                  <a:lnTo>
                    <a:pt x="106" y="40"/>
                  </a:lnTo>
                  <a:lnTo>
                    <a:pt x="88" y="55"/>
                  </a:lnTo>
                  <a:lnTo>
                    <a:pt x="70" y="70"/>
                  </a:lnTo>
                  <a:lnTo>
                    <a:pt x="70" y="70"/>
                  </a:lnTo>
                  <a:lnTo>
                    <a:pt x="54" y="88"/>
                  </a:lnTo>
                  <a:lnTo>
                    <a:pt x="39" y="106"/>
                  </a:lnTo>
                  <a:lnTo>
                    <a:pt x="27" y="127"/>
                  </a:lnTo>
                  <a:lnTo>
                    <a:pt x="18" y="147"/>
                  </a:lnTo>
                  <a:lnTo>
                    <a:pt x="9" y="170"/>
                  </a:lnTo>
                  <a:lnTo>
                    <a:pt x="5" y="192"/>
                  </a:lnTo>
                  <a:lnTo>
                    <a:pt x="1" y="216"/>
                  </a:lnTo>
                  <a:lnTo>
                    <a:pt x="0" y="238"/>
                  </a:lnTo>
                  <a:lnTo>
                    <a:pt x="0" y="238"/>
                  </a:lnTo>
                  <a:lnTo>
                    <a:pt x="1" y="262"/>
                  </a:lnTo>
                  <a:lnTo>
                    <a:pt x="5" y="285"/>
                  </a:lnTo>
                  <a:lnTo>
                    <a:pt x="9" y="308"/>
                  </a:lnTo>
                  <a:lnTo>
                    <a:pt x="18" y="330"/>
                  </a:lnTo>
                  <a:lnTo>
                    <a:pt x="27" y="351"/>
                  </a:lnTo>
                  <a:lnTo>
                    <a:pt x="39" y="371"/>
                  </a:lnTo>
                  <a:lnTo>
                    <a:pt x="54" y="390"/>
                  </a:lnTo>
                  <a:lnTo>
                    <a:pt x="70" y="407"/>
                  </a:lnTo>
                  <a:lnTo>
                    <a:pt x="70" y="407"/>
                  </a:lnTo>
                  <a:lnTo>
                    <a:pt x="88" y="423"/>
                  </a:lnTo>
                  <a:lnTo>
                    <a:pt x="106" y="437"/>
                  </a:lnTo>
                  <a:lnTo>
                    <a:pt x="126" y="449"/>
                  </a:lnTo>
                  <a:lnTo>
                    <a:pt x="147" y="458"/>
                  </a:lnTo>
                  <a:lnTo>
                    <a:pt x="168" y="467"/>
                  </a:lnTo>
                  <a:lnTo>
                    <a:pt x="191" y="473"/>
                  </a:lnTo>
                  <a:lnTo>
                    <a:pt x="214" y="475"/>
                  </a:lnTo>
                  <a:lnTo>
                    <a:pt x="238" y="476"/>
                  </a:lnTo>
                  <a:lnTo>
                    <a:pt x="238" y="476"/>
                  </a:lnTo>
                  <a:lnTo>
                    <a:pt x="262" y="475"/>
                  </a:lnTo>
                  <a:lnTo>
                    <a:pt x="285" y="473"/>
                  </a:lnTo>
                  <a:lnTo>
                    <a:pt x="308" y="467"/>
                  </a:lnTo>
                  <a:lnTo>
                    <a:pt x="329" y="458"/>
                  </a:lnTo>
                  <a:lnTo>
                    <a:pt x="350" y="449"/>
                  </a:lnTo>
                  <a:lnTo>
                    <a:pt x="370" y="437"/>
                  </a:lnTo>
                  <a:lnTo>
                    <a:pt x="390" y="423"/>
                  </a:lnTo>
                  <a:lnTo>
                    <a:pt x="406" y="407"/>
                  </a:lnTo>
                  <a:lnTo>
                    <a:pt x="406" y="407"/>
                  </a:lnTo>
                  <a:lnTo>
                    <a:pt x="422" y="390"/>
                  </a:lnTo>
                  <a:lnTo>
                    <a:pt x="437" y="371"/>
                  </a:lnTo>
                  <a:lnTo>
                    <a:pt x="449" y="351"/>
                  </a:lnTo>
                  <a:lnTo>
                    <a:pt x="458" y="330"/>
                  </a:lnTo>
                  <a:lnTo>
                    <a:pt x="467" y="308"/>
                  </a:lnTo>
                  <a:lnTo>
                    <a:pt x="471" y="285"/>
                  </a:lnTo>
                  <a:lnTo>
                    <a:pt x="475" y="262"/>
                  </a:lnTo>
                  <a:lnTo>
                    <a:pt x="476" y="238"/>
                  </a:lnTo>
                  <a:lnTo>
                    <a:pt x="476" y="238"/>
                  </a:lnTo>
                  <a:lnTo>
                    <a:pt x="475" y="216"/>
                  </a:lnTo>
                  <a:lnTo>
                    <a:pt x="471" y="192"/>
                  </a:lnTo>
                  <a:lnTo>
                    <a:pt x="467" y="170"/>
                  </a:lnTo>
                  <a:lnTo>
                    <a:pt x="458" y="147"/>
                  </a:lnTo>
                  <a:lnTo>
                    <a:pt x="449" y="127"/>
                  </a:lnTo>
                  <a:lnTo>
                    <a:pt x="437" y="106"/>
                  </a:lnTo>
                  <a:lnTo>
                    <a:pt x="422" y="88"/>
                  </a:lnTo>
                  <a:lnTo>
                    <a:pt x="406" y="70"/>
                  </a:lnTo>
                  <a:lnTo>
                    <a:pt x="406" y="70"/>
                  </a:lnTo>
                  <a:lnTo>
                    <a:pt x="390" y="55"/>
                  </a:lnTo>
                  <a:lnTo>
                    <a:pt x="370" y="40"/>
                  </a:lnTo>
                  <a:lnTo>
                    <a:pt x="350" y="28"/>
                  </a:lnTo>
                  <a:lnTo>
                    <a:pt x="329" y="19"/>
                  </a:lnTo>
                  <a:lnTo>
                    <a:pt x="308" y="11"/>
                  </a:lnTo>
                  <a:lnTo>
                    <a:pt x="285" y="5"/>
                  </a:lnTo>
                  <a:lnTo>
                    <a:pt x="262" y="2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40">
              <a:extLst>
                <a:ext uri="{FF2B5EF4-FFF2-40B4-BE49-F238E27FC236}">
                  <a16:creationId xmlns:a16="http://schemas.microsoft.com/office/drawing/2014/main" id="{E670F5CE-B654-893C-67B0-362660D94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864"/>
              <a:ext cx="54" cy="44"/>
            </a:xfrm>
            <a:custGeom>
              <a:avLst/>
              <a:gdLst>
                <a:gd name="T0" fmla="*/ 109 w 109"/>
                <a:gd name="T1" fmla="*/ 80 h 86"/>
                <a:gd name="T2" fmla="*/ 109 w 109"/>
                <a:gd name="T3" fmla="*/ 80 h 86"/>
                <a:gd name="T4" fmla="*/ 106 w 109"/>
                <a:gd name="T5" fmla="*/ 73 h 86"/>
                <a:gd name="T6" fmla="*/ 105 w 109"/>
                <a:gd name="T7" fmla="*/ 67 h 86"/>
                <a:gd name="T8" fmla="*/ 104 w 109"/>
                <a:gd name="T9" fmla="*/ 60 h 86"/>
                <a:gd name="T10" fmla="*/ 103 w 109"/>
                <a:gd name="T11" fmla="*/ 51 h 86"/>
                <a:gd name="T12" fmla="*/ 103 w 109"/>
                <a:gd name="T13" fmla="*/ 51 h 86"/>
                <a:gd name="T14" fmla="*/ 104 w 109"/>
                <a:gd name="T15" fmla="*/ 39 h 86"/>
                <a:gd name="T16" fmla="*/ 104 w 109"/>
                <a:gd name="T17" fmla="*/ 39 h 86"/>
                <a:gd name="T18" fmla="*/ 76 w 109"/>
                <a:gd name="T19" fmla="*/ 30 h 86"/>
                <a:gd name="T20" fmla="*/ 50 w 109"/>
                <a:gd name="T21" fmla="*/ 20 h 86"/>
                <a:gd name="T22" fmla="*/ 27 w 109"/>
                <a:gd name="T23" fmla="*/ 9 h 86"/>
                <a:gd name="T24" fmla="*/ 9 w 109"/>
                <a:gd name="T25" fmla="*/ 0 h 86"/>
                <a:gd name="T26" fmla="*/ 9 w 109"/>
                <a:gd name="T27" fmla="*/ 0 h 86"/>
                <a:gd name="T28" fmla="*/ 5 w 109"/>
                <a:gd name="T29" fmla="*/ 13 h 86"/>
                <a:gd name="T30" fmla="*/ 3 w 109"/>
                <a:gd name="T31" fmla="*/ 25 h 86"/>
                <a:gd name="T32" fmla="*/ 2 w 109"/>
                <a:gd name="T33" fmla="*/ 38 h 86"/>
                <a:gd name="T34" fmla="*/ 0 w 109"/>
                <a:gd name="T35" fmla="*/ 51 h 86"/>
                <a:gd name="T36" fmla="*/ 0 w 109"/>
                <a:gd name="T37" fmla="*/ 51 h 86"/>
                <a:gd name="T38" fmla="*/ 0 w 109"/>
                <a:gd name="T39" fmla="*/ 60 h 86"/>
                <a:gd name="T40" fmla="*/ 0 w 109"/>
                <a:gd name="T41" fmla="*/ 60 h 86"/>
                <a:gd name="T42" fmla="*/ 6 w 109"/>
                <a:gd name="T43" fmla="*/ 66 h 86"/>
                <a:gd name="T44" fmla="*/ 11 w 109"/>
                <a:gd name="T45" fmla="*/ 71 h 86"/>
                <a:gd name="T46" fmla="*/ 17 w 109"/>
                <a:gd name="T47" fmla="*/ 74 h 86"/>
                <a:gd name="T48" fmla="*/ 23 w 109"/>
                <a:gd name="T49" fmla="*/ 78 h 86"/>
                <a:gd name="T50" fmla="*/ 36 w 109"/>
                <a:gd name="T51" fmla="*/ 83 h 86"/>
                <a:gd name="T52" fmla="*/ 50 w 109"/>
                <a:gd name="T53" fmla="*/ 85 h 86"/>
                <a:gd name="T54" fmla="*/ 65 w 109"/>
                <a:gd name="T55" fmla="*/ 86 h 86"/>
                <a:gd name="T56" fmla="*/ 80 w 109"/>
                <a:gd name="T57" fmla="*/ 85 h 86"/>
                <a:gd name="T58" fmla="*/ 94 w 109"/>
                <a:gd name="T59" fmla="*/ 83 h 86"/>
                <a:gd name="T60" fmla="*/ 109 w 109"/>
                <a:gd name="T61" fmla="*/ 80 h 86"/>
                <a:gd name="T62" fmla="*/ 109 w 109"/>
                <a:gd name="T63" fmla="*/ 8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9" h="86">
                  <a:moveTo>
                    <a:pt x="109" y="80"/>
                  </a:moveTo>
                  <a:lnTo>
                    <a:pt x="109" y="80"/>
                  </a:lnTo>
                  <a:lnTo>
                    <a:pt x="106" y="73"/>
                  </a:lnTo>
                  <a:lnTo>
                    <a:pt x="105" y="67"/>
                  </a:lnTo>
                  <a:lnTo>
                    <a:pt x="104" y="60"/>
                  </a:lnTo>
                  <a:lnTo>
                    <a:pt x="103" y="51"/>
                  </a:lnTo>
                  <a:lnTo>
                    <a:pt x="103" y="51"/>
                  </a:lnTo>
                  <a:lnTo>
                    <a:pt x="104" y="39"/>
                  </a:lnTo>
                  <a:lnTo>
                    <a:pt x="104" y="39"/>
                  </a:lnTo>
                  <a:lnTo>
                    <a:pt x="76" y="30"/>
                  </a:lnTo>
                  <a:lnTo>
                    <a:pt x="50" y="20"/>
                  </a:lnTo>
                  <a:lnTo>
                    <a:pt x="27" y="9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13"/>
                  </a:lnTo>
                  <a:lnTo>
                    <a:pt x="3" y="25"/>
                  </a:lnTo>
                  <a:lnTo>
                    <a:pt x="2" y="38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6" y="66"/>
                  </a:lnTo>
                  <a:lnTo>
                    <a:pt x="11" y="71"/>
                  </a:lnTo>
                  <a:lnTo>
                    <a:pt x="17" y="74"/>
                  </a:lnTo>
                  <a:lnTo>
                    <a:pt x="23" y="78"/>
                  </a:lnTo>
                  <a:lnTo>
                    <a:pt x="36" y="83"/>
                  </a:lnTo>
                  <a:lnTo>
                    <a:pt x="50" y="85"/>
                  </a:lnTo>
                  <a:lnTo>
                    <a:pt x="65" y="86"/>
                  </a:lnTo>
                  <a:lnTo>
                    <a:pt x="80" y="85"/>
                  </a:lnTo>
                  <a:lnTo>
                    <a:pt x="94" y="83"/>
                  </a:lnTo>
                  <a:lnTo>
                    <a:pt x="109" y="80"/>
                  </a:lnTo>
                  <a:lnTo>
                    <a:pt x="109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41">
              <a:extLst>
                <a:ext uri="{FF2B5EF4-FFF2-40B4-BE49-F238E27FC236}">
                  <a16:creationId xmlns:a16="http://schemas.microsoft.com/office/drawing/2014/main" id="{7AFED7E8-489B-3E25-4624-76D5F6536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3" y="815"/>
              <a:ext cx="44" cy="64"/>
            </a:xfrm>
            <a:custGeom>
              <a:avLst/>
              <a:gdLst>
                <a:gd name="T0" fmla="*/ 63 w 89"/>
                <a:gd name="T1" fmla="*/ 128 h 128"/>
                <a:gd name="T2" fmla="*/ 63 w 89"/>
                <a:gd name="T3" fmla="*/ 128 h 128"/>
                <a:gd name="T4" fmla="*/ 67 w 89"/>
                <a:gd name="T5" fmla="*/ 118 h 128"/>
                <a:gd name="T6" fmla="*/ 73 w 89"/>
                <a:gd name="T7" fmla="*/ 110 h 128"/>
                <a:gd name="T8" fmla="*/ 80 w 89"/>
                <a:gd name="T9" fmla="*/ 101 h 128"/>
                <a:gd name="T10" fmla="*/ 89 w 89"/>
                <a:gd name="T11" fmla="*/ 95 h 128"/>
                <a:gd name="T12" fmla="*/ 89 w 89"/>
                <a:gd name="T13" fmla="*/ 95 h 128"/>
                <a:gd name="T14" fmla="*/ 74 w 89"/>
                <a:gd name="T15" fmla="*/ 69 h 128"/>
                <a:gd name="T16" fmla="*/ 63 w 89"/>
                <a:gd name="T17" fmla="*/ 42 h 128"/>
                <a:gd name="T18" fmla="*/ 55 w 89"/>
                <a:gd name="T19" fmla="*/ 19 h 128"/>
                <a:gd name="T20" fmla="*/ 48 w 89"/>
                <a:gd name="T21" fmla="*/ 0 h 128"/>
                <a:gd name="T22" fmla="*/ 48 w 89"/>
                <a:gd name="T23" fmla="*/ 0 h 128"/>
                <a:gd name="T24" fmla="*/ 35 w 89"/>
                <a:gd name="T25" fmla="*/ 9 h 128"/>
                <a:gd name="T26" fmla="*/ 23 w 89"/>
                <a:gd name="T27" fmla="*/ 17 h 128"/>
                <a:gd name="T28" fmla="*/ 12 w 89"/>
                <a:gd name="T29" fmla="*/ 27 h 128"/>
                <a:gd name="T30" fmla="*/ 1 w 89"/>
                <a:gd name="T31" fmla="*/ 37 h 128"/>
                <a:gd name="T32" fmla="*/ 1 w 89"/>
                <a:gd name="T33" fmla="*/ 37 h 128"/>
                <a:gd name="T34" fmla="*/ 0 w 89"/>
                <a:gd name="T35" fmla="*/ 45 h 128"/>
                <a:gd name="T36" fmla="*/ 1 w 89"/>
                <a:gd name="T37" fmla="*/ 52 h 128"/>
                <a:gd name="T38" fmla="*/ 2 w 89"/>
                <a:gd name="T39" fmla="*/ 59 h 128"/>
                <a:gd name="T40" fmla="*/ 3 w 89"/>
                <a:gd name="T41" fmla="*/ 65 h 128"/>
                <a:gd name="T42" fmla="*/ 9 w 89"/>
                <a:gd name="T43" fmla="*/ 78 h 128"/>
                <a:gd name="T44" fmla="*/ 18 w 89"/>
                <a:gd name="T45" fmla="*/ 90 h 128"/>
                <a:gd name="T46" fmla="*/ 27 w 89"/>
                <a:gd name="T47" fmla="*/ 101 h 128"/>
                <a:gd name="T48" fmla="*/ 38 w 89"/>
                <a:gd name="T49" fmla="*/ 111 h 128"/>
                <a:gd name="T50" fmla="*/ 50 w 89"/>
                <a:gd name="T51" fmla="*/ 119 h 128"/>
                <a:gd name="T52" fmla="*/ 63 w 89"/>
                <a:gd name="T53" fmla="*/ 128 h 128"/>
                <a:gd name="T54" fmla="*/ 63 w 89"/>
                <a:gd name="T55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" h="128">
                  <a:moveTo>
                    <a:pt x="63" y="128"/>
                  </a:moveTo>
                  <a:lnTo>
                    <a:pt x="63" y="128"/>
                  </a:lnTo>
                  <a:lnTo>
                    <a:pt x="67" y="118"/>
                  </a:lnTo>
                  <a:lnTo>
                    <a:pt x="73" y="110"/>
                  </a:lnTo>
                  <a:lnTo>
                    <a:pt x="80" y="101"/>
                  </a:lnTo>
                  <a:lnTo>
                    <a:pt x="89" y="95"/>
                  </a:lnTo>
                  <a:lnTo>
                    <a:pt x="89" y="95"/>
                  </a:lnTo>
                  <a:lnTo>
                    <a:pt x="74" y="69"/>
                  </a:lnTo>
                  <a:lnTo>
                    <a:pt x="63" y="42"/>
                  </a:lnTo>
                  <a:lnTo>
                    <a:pt x="55" y="19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35" y="9"/>
                  </a:lnTo>
                  <a:lnTo>
                    <a:pt x="23" y="17"/>
                  </a:lnTo>
                  <a:lnTo>
                    <a:pt x="12" y="27"/>
                  </a:lnTo>
                  <a:lnTo>
                    <a:pt x="1" y="37"/>
                  </a:lnTo>
                  <a:lnTo>
                    <a:pt x="1" y="37"/>
                  </a:lnTo>
                  <a:lnTo>
                    <a:pt x="0" y="45"/>
                  </a:lnTo>
                  <a:lnTo>
                    <a:pt x="1" y="52"/>
                  </a:lnTo>
                  <a:lnTo>
                    <a:pt x="2" y="59"/>
                  </a:lnTo>
                  <a:lnTo>
                    <a:pt x="3" y="65"/>
                  </a:lnTo>
                  <a:lnTo>
                    <a:pt x="9" y="78"/>
                  </a:lnTo>
                  <a:lnTo>
                    <a:pt x="18" y="90"/>
                  </a:lnTo>
                  <a:lnTo>
                    <a:pt x="27" y="101"/>
                  </a:lnTo>
                  <a:lnTo>
                    <a:pt x="38" y="111"/>
                  </a:lnTo>
                  <a:lnTo>
                    <a:pt x="50" y="119"/>
                  </a:lnTo>
                  <a:lnTo>
                    <a:pt x="63" y="128"/>
                  </a:lnTo>
                  <a:lnTo>
                    <a:pt x="63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42">
              <a:extLst>
                <a:ext uri="{FF2B5EF4-FFF2-40B4-BE49-F238E27FC236}">
                  <a16:creationId xmlns:a16="http://schemas.microsoft.com/office/drawing/2014/main" id="{4E713E6C-00BC-E65C-C1FE-0935796B6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909"/>
              <a:ext cx="64" cy="44"/>
            </a:xfrm>
            <a:custGeom>
              <a:avLst/>
              <a:gdLst>
                <a:gd name="T0" fmla="*/ 127 w 127"/>
                <a:gd name="T1" fmla="*/ 26 h 89"/>
                <a:gd name="T2" fmla="*/ 127 w 127"/>
                <a:gd name="T3" fmla="*/ 26 h 89"/>
                <a:gd name="T4" fmla="*/ 118 w 127"/>
                <a:gd name="T5" fmla="*/ 21 h 89"/>
                <a:gd name="T6" fmla="*/ 109 w 127"/>
                <a:gd name="T7" fmla="*/ 15 h 89"/>
                <a:gd name="T8" fmla="*/ 101 w 127"/>
                <a:gd name="T9" fmla="*/ 8 h 89"/>
                <a:gd name="T10" fmla="*/ 95 w 127"/>
                <a:gd name="T11" fmla="*/ 0 h 89"/>
                <a:gd name="T12" fmla="*/ 95 w 127"/>
                <a:gd name="T13" fmla="*/ 0 h 89"/>
                <a:gd name="T14" fmla="*/ 68 w 127"/>
                <a:gd name="T15" fmla="*/ 14 h 89"/>
                <a:gd name="T16" fmla="*/ 42 w 127"/>
                <a:gd name="T17" fmla="*/ 25 h 89"/>
                <a:gd name="T18" fmla="*/ 18 w 127"/>
                <a:gd name="T19" fmla="*/ 34 h 89"/>
                <a:gd name="T20" fmla="*/ 0 w 127"/>
                <a:gd name="T21" fmla="*/ 41 h 89"/>
                <a:gd name="T22" fmla="*/ 0 w 127"/>
                <a:gd name="T23" fmla="*/ 41 h 89"/>
                <a:gd name="T24" fmla="*/ 7 w 127"/>
                <a:gd name="T25" fmla="*/ 54 h 89"/>
                <a:gd name="T26" fmla="*/ 16 w 127"/>
                <a:gd name="T27" fmla="*/ 66 h 89"/>
                <a:gd name="T28" fmla="*/ 26 w 127"/>
                <a:gd name="T29" fmla="*/ 78 h 89"/>
                <a:gd name="T30" fmla="*/ 37 w 127"/>
                <a:gd name="T31" fmla="*/ 89 h 89"/>
                <a:gd name="T32" fmla="*/ 37 w 127"/>
                <a:gd name="T33" fmla="*/ 89 h 89"/>
                <a:gd name="T34" fmla="*/ 44 w 127"/>
                <a:gd name="T35" fmla="*/ 89 h 89"/>
                <a:gd name="T36" fmla="*/ 51 w 127"/>
                <a:gd name="T37" fmla="*/ 89 h 89"/>
                <a:gd name="T38" fmla="*/ 57 w 127"/>
                <a:gd name="T39" fmla="*/ 87 h 89"/>
                <a:gd name="T40" fmla="*/ 65 w 127"/>
                <a:gd name="T41" fmla="*/ 85 h 89"/>
                <a:gd name="T42" fmla="*/ 78 w 127"/>
                <a:gd name="T43" fmla="*/ 79 h 89"/>
                <a:gd name="T44" fmla="*/ 89 w 127"/>
                <a:gd name="T45" fmla="*/ 72 h 89"/>
                <a:gd name="T46" fmla="*/ 99 w 127"/>
                <a:gd name="T47" fmla="*/ 61 h 89"/>
                <a:gd name="T48" fmla="*/ 110 w 127"/>
                <a:gd name="T49" fmla="*/ 50 h 89"/>
                <a:gd name="T50" fmla="*/ 119 w 127"/>
                <a:gd name="T51" fmla="*/ 38 h 89"/>
                <a:gd name="T52" fmla="*/ 127 w 127"/>
                <a:gd name="T53" fmla="*/ 26 h 89"/>
                <a:gd name="T54" fmla="*/ 127 w 127"/>
                <a:gd name="T55" fmla="*/ 26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89">
                  <a:moveTo>
                    <a:pt x="127" y="26"/>
                  </a:moveTo>
                  <a:lnTo>
                    <a:pt x="127" y="26"/>
                  </a:lnTo>
                  <a:lnTo>
                    <a:pt x="118" y="21"/>
                  </a:lnTo>
                  <a:lnTo>
                    <a:pt x="109" y="15"/>
                  </a:lnTo>
                  <a:lnTo>
                    <a:pt x="101" y="8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68" y="14"/>
                  </a:lnTo>
                  <a:lnTo>
                    <a:pt x="42" y="25"/>
                  </a:lnTo>
                  <a:lnTo>
                    <a:pt x="18" y="34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7" y="54"/>
                  </a:lnTo>
                  <a:lnTo>
                    <a:pt x="16" y="66"/>
                  </a:lnTo>
                  <a:lnTo>
                    <a:pt x="26" y="78"/>
                  </a:lnTo>
                  <a:lnTo>
                    <a:pt x="37" y="89"/>
                  </a:lnTo>
                  <a:lnTo>
                    <a:pt x="37" y="89"/>
                  </a:lnTo>
                  <a:lnTo>
                    <a:pt x="44" y="89"/>
                  </a:lnTo>
                  <a:lnTo>
                    <a:pt x="51" y="89"/>
                  </a:lnTo>
                  <a:lnTo>
                    <a:pt x="57" y="87"/>
                  </a:lnTo>
                  <a:lnTo>
                    <a:pt x="65" y="85"/>
                  </a:lnTo>
                  <a:lnTo>
                    <a:pt x="78" y="79"/>
                  </a:lnTo>
                  <a:lnTo>
                    <a:pt x="89" y="72"/>
                  </a:lnTo>
                  <a:lnTo>
                    <a:pt x="99" y="61"/>
                  </a:lnTo>
                  <a:lnTo>
                    <a:pt x="110" y="50"/>
                  </a:lnTo>
                  <a:lnTo>
                    <a:pt x="119" y="38"/>
                  </a:lnTo>
                  <a:lnTo>
                    <a:pt x="127" y="26"/>
                  </a:lnTo>
                  <a:lnTo>
                    <a:pt x="127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43">
              <a:extLst>
                <a:ext uri="{FF2B5EF4-FFF2-40B4-BE49-F238E27FC236}">
                  <a16:creationId xmlns:a16="http://schemas.microsoft.com/office/drawing/2014/main" id="{455B4DAF-140C-8F95-D5FD-941B4D849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921"/>
              <a:ext cx="43" cy="54"/>
            </a:xfrm>
            <a:custGeom>
              <a:avLst/>
              <a:gdLst>
                <a:gd name="T0" fmla="*/ 52 w 87"/>
                <a:gd name="T1" fmla="*/ 6 h 108"/>
                <a:gd name="T2" fmla="*/ 52 w 87"/>
                <a:gd name="T3" fmla="*/ 6 h 108"/>
                <a:gd name="T4" fmla="*/ 39 w 87"/>
                <a:gd name="T5" fmla="*/ 4 h 108"/>
                <a:gd name="T6" fmla="*/ 39 w 87"/>
                <a:gd name="T7" fmla="*/ 4 h 108"/>
                <a:gd name="T8" fmla="*/ 30 w 87"/>
                <a:gd name="T9" fmla="*/ 33 h 108"/>
                <a:gd name="T10" fmla="*/ 20 w 87"/>
                <a:gd name="T11" fmla="*/ 60 h 108"/>
                <a:gd name="T12" fmla="*/ 10 w 87"/>
                <a:gd name="T13" fmla="*/ 83 h 108"/>
                <a:gd name="T14" fmla="*/ 0 w 87"/>
                <a:gd name="T15" fmla="*/ 99 h 108"/>
                <a:gd name="T16" fmla="*/ 0 w 87"/>
                <a:gd name="T17" fmla="*/ 99 h 108"/>
                <a:gd name="T18" fmla="*/ 12 w 87"/>
                <a:gd name="T19" fmla="*/ 103 h 108"/>
                <a:gd name="T20" fmla="*/ 26 w 87"/>
                <a:gd name="T21" fmla="*/ 105 h 108"/>
                <a:gd name="T22" fmla="*/ 39 w 87"/>
                <a:gd name="T23" fmla="*/ 108 h 108"/>
                <a:gd name="T24" fmla="*/ 52 w 87"/>
                <a:gd name="T25" fmla="*/ 108 h 108"/>
                <a:gd name="T26" fmla="*/ 52 w 87"/>
                <a:gd name="T27" fmla="*/ 108 h 108"/>
                <a:gd name="T28" fmla="*/ 60 w 87"/>
                <a:gd name="T29" fmla="*/ 108 h 108"/>
                <a:gd name="T30" fmla="*/ 60 w 87"/>
                <a:gd name="T31" fmla="*/ 108 h 108"/>
                <a:gd name="T32" fmla="*/ 66 w 87"/>
                <a:gd name="T33" fmla="*/ 103 h 108"/>
                <a:gd name="T34" fmla="*/ 71 w 87"/>
                <a:gd name="T35" fmla="*/ 97 h 108"/>
                <a:gd name="T36" fmla="*/ 75 w 87"/>
                <a:gd name="T37" fmla="*/ 92 h 108"/>
                <a:gd name="T38" fmla="*/ 78 w 87"/>
                <a:gd name="T39" fmla="*/ 86 h 108"/>
                <a:gd name="T40" fmla="*/ 83 w 87"/>
                <a:gd name="T41" fmla="*/ 73 h 108"/>
                <a:gd name="T42" fmla="*/ 86 w 87"/>
                <a:gd name="T43" fmla="*/ 59 h 108"/>
                <a:gd name="T44" fmla="*/ 87 w 87"/>
                <a:gd name="T45" fmla="*/ 44 h 108"/>
                <a:gd name="T46" fmla="*/ 86 w 87"/>
                <a:gd name="T47" fmla="*/ 29 h 108"/>
                <a:gd name="T48" fmla="*/ 83 w 87"/>
                <a:gd name="T49" fmla="*/ 14 h 108"/>
                <a:gd name="T50" fmla="*/ 81 w 87"/>
                <a:gd name="T51" fmla="*/ 0 h 108"/>
                <a:gd name="T52" fmla="*/ 81 w 87"/>
                <a:gd name="T53" fmla="*/ 0 h 108"/>
                <a:gd name="T54" fmla="*/ 74 w 87"/>
                <a:gd name="T55" fmla="*/ 2 h 108"/>
                <a:gd name="T56" fmla="*/ 66 w 87"/>
                <a:gd name="T57" fmla="*/ 4 h 108"/>
                <a:gd name="T58" fmla="*/ 59 w 87"/>
                <a:gd name="T59" fmla="*/ 6 h 108"/>
                <a:gd name="T60" fmla="*/ 52 w 87"/>
                <a:gd name="T61" fmla="*/ 6 h 108"/>
                <a:gd name="T62" fmla="*/ 52 w 87"/>
                <a:gd name="T63" fmla="*/ 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7" h="108">
                  <a:moveTo>
                    <a:pt x="52" y="6"/>
                  </a:moveTo>
                  <a:lnTo>
                    <a:pt x="52" y="6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30" y="33"/>
                  </a:lnTo>
                  <a:lnTo>
                    <a:pt x="20" y="60"/>
                  </a:lnTo>
                  <a:lnTo>
                    <a:pt x="10" y="83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12" y="103"/>
                  </a:lnTo>
                  <a:lnTo>
                    <a:pt x="26" y="105"/>
                  </a:lnTo>
                  <a:lnTo>
                    <a:pt x="39" y="108"/>
                  </a:lnTo>
                  <a:lnTo>
                    <a:pt x="52" y="108"/>
                  </a:lnTo>
                  <a:lnTo>
                    <a:pt x="52" y="108"/>
                  </a:lnTo>
                  <a:lnTo>
                    <a:pt x="60" y="108"/>
                  </a:lnTo>
                  <a:lnTo>
                    <a:pt x="60" y="108"/>
                  </a:lnTo>
                  <a:lnTo>
                    <a:pt x="66" y="103"/>
                  </a:lnTo>
                  <a:lnTo>
                    <a:pt x="71" y="97"/>
                  </a:lnTo>
                  <a:lnTo>
                    <a:pt x="75" y="92"/>
                  </a:lnTo>
                  <a:lnTo>
                    <a:pt x="78" y="86"/>
                  </a:lnTo>
                  <a:lnTo>
                    <a:pt x="83" y="73"/>
                  </a:lnTo>
                  <a:lnTo>
                    <a:pt x="86" y="59"/>
                  </a:lnTo>
                  <a:lnTo>
                    <a:pt x="87" y="44"/>
                  </a:lnTo>
                  <a:lnTo>
                    <a:pt x="86" y="29"/>
                  </a:lnTo>
                  <a:lnTo>
                    <a:pt x="83" y="14"/>
                  </a:lnTo>
                  <a:lnTo>
                    <a:pt x="81" y="0"/>
                  </a:lnTo>
                  <a:lnTo>
                    <a:pt x="81" y="0"/>
                  </a:lnTo>
                  <a:lnTo>
                    <a:pt x="74" y="2"/>
                  </a:lnTo>
                  <a:lnTo>
                    <a:pt x="66" y="4"/>
                  </a:lnTo>
                  <a:lnTo>
                    <a:pt x="59" y="6"/>
                  </a:lnTo>
                  <a:lnTo>
                    <a:pt x="52" y="6"/>
                  </a:lnTo>
                  <a:lnTo>
                    <a:pt x="52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44">
              <a:extLst>
                <a:ext uri="{FF2B5EF4-FFF2-40B4-BE49-F238E27FC236}">
                  <a16:creationId xmlns:a16="http://schemas.microsoft.com/office/drawing/2014/main" id="{4B592B54-28C3-23A0-B381-0360CA037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806"/>
              <a:ext cx="43" cy="54"/>
            </a:xfrm>
            <a:custGeom>
              <a:avLst/>
              <a:gdLst>
                <a:gd name="T0" fmla="*/ 35 w 87"/>
                <a:gd name="T1" fmla="*/ 101 h 108"/>
                <a:gd name="T2" fmla="*/ 35 w 87"/>
                <a:gd name="T3" fmla="*/ 101 h 108"/>
                <a:gd name="T4" fmla="*/ 48 w 87"/>
                <a:gd name="T5" fmla="*/ 104 h 108"/>
                <a:gd name="T6" fmla="*/ 48 w 87"/>
                <a:gd name="T7" fmla="*/ 104 h 108"/>
                <a:gd name="T8" fmla="*/ 57 w 87"/>
                <a:gd name="T9" fmla="*/ 75 h 108"/>
                <a:gd name="T10" fmla="*/ 67 w 87"/>
                <a:gd name="T11" fmla="*/ 48 h 108"/>
                <a:gd name="T12" fmla="*/ 77 w 87"/>
                <a:gd name="T13" fmla="*/ 25 h 108"/>
                <a:gd name="T14" fmla="*/ 87 w 87"/>
                <a:gd name="T15" fmla="*/ 7 h 108"/>
                <a:gd name="T16" fmla="*/ 87 w 87"/>
                <a:gd name="T17" fmla="*/ 7 h 108"/>
                <a:gd name="T18" fmla="*/ 75 w 87"/>
                <a:gd name="T19" fmla="*/ 4 h 108"/>
                <a:gd name="T20" fmla="*/ 61 w 87"/>
                <a:gd name="T21" fmla="*/ 1 h 108"/>
                <a:gd name="T22" fmla="*/ 48 w 87"/>
                <a:gd name="T23" fmla="*/ 0 h 108"/>
                <a:gd name="T24" fmla="*/ 35 w 87"/>
                <a:gd name="T25" fmla="*/ 0 h 108"/>
                <a:gd name="T26" fmla="*/ 35 w 87"/>
                <a:gd name="T27" fmla="*/ 0 h 108"/>
                <a:gd name="T28" fmla="*/ 27 w 87"/>
                <a:gd name="T29" fmla="*/ 0 h 108"/>
                <a:gd name="T30" fmla="*/ 27 w 87"/>
                <a:gd name="T31" fmla="*/ 0 h 108"/>
                <a:gd name="T32" fmla="*/ 21 w 87"/>
                <a:gd name="T33" fmla="*/ 5 h 108"/>
                <a:gd name="T34" fmla="*/ 16 w 87"/>
                <a:gd name="T35" fmla="*/ 10 h 108"/>
                <a:gd name="T36" fmla="*/ 12 w 87"/>
                <a:gd name="T37" fmla="*/ 16 h 108"/>
                <a:gd name="T38" fmla="*/ 9 w 87"/>
                <a:gd name="T39" fmla="*/ 22 h 108"/>
                <a:gd name="T40" fmla="*/ 4 w 87"/>
                <a:gd name="T41" fmla="*/ 35 h 108"/>
                <a:gd name="T42" fmla="*/ 1 w 87"/>
                <a:gd name="T43" fmla="*/ 49 h 108"/>
                <a:gd name="T44" fmla="*/ 0 w 87"/>
                <a:gd name="T45" fmla="*/ 64 h 108"/>
                <a:gd name="T46" fmla="*/ 1 w 87"/>
                <a:gd name="T47" fmla="*/ 78 h 108"/>
                <a:gd name="T48" fmla="*/ 4 w 87"/>
                <a:gd name="T49" fmla="*/ 94 h 108"/>
                <a:gd name="T50" fmla="*/ 7 w 87"/>
                <a:gd name="T51" fmla="*/ 108 h 108"/>
                <a:gd name="T52" fmla="*/ 7 w 87"/>
                <a:gd name="T53" fmla="*/ 108 h 108"/>
                <a:gd name="T54" fmla="*/ 13 w 87"/>
                <a:gd name="T55" fmla="*/ 105 h 108"/>
                <a:gd name="T56" fmla="*/ 21 w 87"/>
                <a:gd name="T57" fmla="*/ 104 h 108"/>
                <a:gd name="T58" fmla="*/ 28 w 87"/>
                <a:gd name="T59" fmla="*/ 102 h 108"/>
                <a:gd name="T60" fmla="*/ 35 w 87"/>
                <a:gd name="T61" fmla="*/ 101 h 108"/>
                <a:gd name="T62" fmla="*/ 35 w 87"/>
                <a:gd name="T63" fmla="*/ 101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7" h="108">
                  <a:moveTo>
                    <a:pt x="35" y="101"/>
                  </a:moveTo>
                  <a:lnTo>
                    <a:pt x="35" y="101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57" y="75"/>
                  </a:lnTo>
                  <a:lnTo>
                    <a:pt x="67" y="48"/>
                  </a:lnTo>
                  <a:lnTo>
                    <a:pt x="77" y="25"/>
                  </a:lnTo>
                  <a:lnTo>
                    <a:pt x="87" y="7"/>
                  </a:lnTo>
                  <a:lnTo>
                    <a:pt x="87" y="7"/>
                  </a:lnTo>
                  <a:lnTo>
                    <a:pt x="75" y="4"/>
                  </a:lnTo>
                  <a:lnTo>
                    <a:pt x="61" y="1"/>
                  </a:lnTo>
                  <a:lnTo>
                    <a:pt x="48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1" y="5"/>
                  </a:lnTo>
                  <a:lnTo>
                    <a:pt x="16" y="10"/>
                  </a:lnTo>
                  <a:lnTo>
                    <a:pt x="12" y="16"/>
                  </a:lnTo>
                  <a:lnTo>
                    <a:pt x="9" y="22"/>
                  </a:lnTo>
                  <a:lnTo>
                    <a:pt x="4" y="35"/>
                  </a:lnTo>
                  <a:lnTo>
                    <a:pt x="1" y="49"/>
                  </a:lnTo>
                  <a:lnTo>
                    <a:pt x="0" y="64"/>
                  </a:lnTo>
                  <a:lnTo>
                    <a:pt x="1" y="78"/>
                  </a:lnTo>
                  <a:lnTo>
                    <a:pt x="4" y="94"/>
                  </a:lnTo>
                  <a:lnTo>
                    <a:pt x="7" y="108"/>
                  </a:lnTo>
                  <a:lnTo>
                    <a:pt x="7" y="108"/>
                  </a:lnTo>
                  <a:lnTo>
                    <a:pt x="13" y="105"/>
                  </a:lnTo>
                  <a:lnTo>
                    <a:pt x="21" y="104"/>
                  </a:lnTo>
                  <a:lnTo>
                    <a:pt x="28" y="102"/>
                  </a:lnTo>
                  <a:lnTo>
                    <a:pt x="35" y="101"/>
                  </a:lnTo>
                  <a:lnTo>
                    <a:pt x="35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692CCA23-5472-00C3-AAD8-43BA16698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" y="867"/>
              <a:ext cx="46" cy="47"/>
            </a:xfrm>
            <a:custGeom>
              <a:avLst/>
              <a:gdLst>
                <a:gd name="T0" fmla="*/ 0 w 94"/>
                <a:gd name="T1" fmla="*/ 46 h 93"/>
                <a:gd name="T2" fmla="*/ 0 w 94"/>
                <a:gd name="T3" fmla="*/ 46 h 93"/>
                <a:gd name="T4" fmla="*/ 1 w 94"/>
                <a:gd name="T5" fmla="*/ 56 h 93"/>
                <a:gd name="T6" fmla="*/ 4 w 94"/>
                <a:gd name="T7" fmla="*/ 64 h 93"/>
                <a:gd name="T8" fmla="*/ 8 w 94"/>
                <a:gd name="T9" fmla="*/ 73 h 93"/>
                <a:gd name="T10" fmla="*/ 13 w 94"/>
                <a:gd name="T11" fmla="*/ 80 h 93"/>
                <a:gd name="T12" fmla="*/ 21 w 94"/>
                <a:gd name="T13" fmla="*/ 86 h 93"/>
                <a:gd name="T14" fmla="*/ 29 w 94"/>
                <a:gd name="T15" fmla="*/ 90 h 93"/>
                <a:gd name="T16" fmla="*/ 37 w 94"/>
                <a:gd name="T17" fmla="*/ 93 h 93"/>
                <a:gd name="T18" fmla="*/ 47 w 94"/>
                <a:gd name="T19" fmla="*/ 93 h 93"/>
                <a:gd name="T20" fmla="*/ 47 w 94"/>
                <a:gd name="T21" fmla="*/ 93 h 93"/>
                <a:gd name="T22" fmla="*/ 57 w 94"/>
                <a:gd name="T23" fmla="*/ 93 h 93"/>
                <a:gd name="T24" fmla="*/ 65 w 94"/>
                <a:gd name="T25" fmla="*/ 90 h 93"/>
                <a:gd name="T26" fmla="*/ 73 w 94"/>
                <a:gd name="T27" fmla="*/ 86 h 93"/>
                <a:gd name="T28" fmla="*/ 81 w 94"/>
                <a:gd name="T29" fmla="*/ 80 h 93"/>
                <a:gd name="T30" fmla="*/ 86 w 94"/>
                <a:gd name="T31" fmla="*/ 73 h 93"/>
                <a:gd name="T32" fmla="*/ 90 w 94"/>
                <a:gd name="T33" fmla="*/ 64 h 93"/>
                <a:gd name="T34" fmla="*/ 93 w 94"/>
                <a:gd name="T35" fmla="*/ 56 h 93"/>
                <a:gd name="T36" fmla="*/ 94 w 94"/>
                <a:gd name="T37" fmla="*/ 46 h 93"/>
                <a:gd name="T38" fmla="*/ 94 w 94"/>
                <a:gd name="T39" fmla="*/ 46 h 93"/>
                <a:gd name="T40" fmla="*/ 93 w 94"/>
                <a:gd name="T41" fmla="*/ 37 h 93"/>
                <a:gd name="T42" fmla="*/ 90 w 94"/>
                <a:gd name="T43" fmla="*/ 28 h 93"/>
                <a:gd name="T44" fmla="*/ 86 w 94"/>
                <a:gd name="T45" fmla="*/ 21 h 93"/>
                <a:gd name="T46" fmla="*/ 81 w 94"/>
                <a:gd name="T47" fmla="*/ 14 h 93"/>
                <a:gd name="T48" fmla="*/ 73 w 94"/>
                <a:gd name="T49" fmla="*/ 8 h 93"/>
                <a:gd name="T50" fmla="*/ 65 w 94"/>
                <a:gd name="T51" fmla="*/ 3 h 93"/>
                <a:gd name="T52" fmla="*/ 57 w 94"/>
                <a:gd name="T53" fmla="*/ 1 h 93"/>
                <a:gd name="T54" fmla="*/ 47 w 94"/>
                <a:gd name="T55" fmla="*/ 0 h 93"/>
                <a:gd name="T56" fmla="*/ 47 w 94"/>
                <a:gd name="T57" fmla="*/ 0 h 93"/>
                <a:gd name="T58" fmla="*/ 37 w 94"/>
                <a:gd name="T59" fmla="*/ 1 h 93"/>
                <a:gd name="T60" fmla="*/ 29 w 94"/>
                <a:gd name="T61" fmla="*/ 3 h 93"/>
                <a:gd name="T62" fmla="*/ 21 w 94"/>
                <a:gd name="T63" fmla="*/ 8 h 93"/>
                <a:gd name="T64" fmla="*/ 13 w 94"/>
                <a:gd name="T65" fmla="*/ 14 h 93"/>
                <a:gd name="T66" fmla="*/ 8 w 94"/>
                <a:gd name="T67" fmla="*/ 21 h 93"/>
                <a:gd name="T68" fmla="*/ 4 w 94"/>
                <a:gd name="T69" fmla="*/ 28 h 93"/>
                <a:gd name="T70" fmla="*/ 1 w 94"/>
                <a:gd name="T71" fmla="*/ 37 h 93"/>
                <a:gd name="T72" fmla="*/ 0 w 94"/>
                <a:gd name="T73" fmla="*/ 46 h 93"/>
                <a:gd name="T74" fmla="*/ 0 w 94"/>
                <a:gd name="T75" fmla="*/ 4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4" h="93">
                  <a:moveTo>
                    <a:pt x="0" y="46"/>
                  </a:moveTo>
                  <a:lnTo>
                    <a:pt x="0" y="46"/>
                  </a:lnTo>
                  <a:lnTo>
                    <a:pt x="1" y="56"/>
                  </a:lnTo>
                  <a:lnTo>
                    <a:pt x="4" y="64"/>
                  </a:lnTo>
                  <a:lnTo>
                    <a:pt x="8" y="73"/>
                  </a:lnTo>
                  <a:lnTo>
                    <a:pt x="13" y="80"/>
                  </a:lnTo>
                  <a:lnTo>
                    <a:pt x="21" y="86"/>
                  </a:lnTo>
                  <a:lnTo>
                    <a:pt x="29" y="90"/>
                  </a:lnTo>
                  <a:lnTo>
                    <a:pt x="37" y="93"/>
                  </a:lnTo>
                  <a:lnTo>
                    <a:pt x="47" y="93"/>
                  </a:lnTo>
                  <a:lnTo>
                    <a:pt x="47" y="93"/>
                  </a:lnTo>
                  <a:lnTo>
                    <a:pt x="57" y="93"/>
                  </a:lnTo>
                  <a:lnTo>
                    <a:pt x="65" y="90"/>
                  </a:lnTo>
                  <a:lnTo>
                    <a:pt x="73" y="86"/>
                  </a:lnTo>
                  <a:lnTo>
                    <a:pt x="81" y="80"/>
                  </a:lnTo>
                  <a:lnTo>
                    <a:pt x="86" y="73"/>
                  </a:lnTo>
                  <a:lnTo>
                    <a:pt x="90" y="64"/>
                  </a:lnTo>
                  <a:lnTo>
                    <a:pt x="93" y="56"/>
                  </a:lnTo>
                  <a:lnTo>
                    <a:pt x="94" y="46"/>
                  </a:lnTo>
                  <a:lnTo>
                    <a:pt x="94" y="46"/>
                  </a:lnTo>
                  <a:lnTo>
                    <a:pt x="93" y="37"/>
                  </a:lnTo>
                  <a:lnTo>
                    <a:pt x="90" y="28"/>
                  </a:lnTo>
                  <a:lnTo>
                    <a:pt x="86" y="21"/>
                  </a:lnTo>
                  <a:lnTo>
                    <a:pt x="81" y="14"/>
                  </a:lnTo>
                  <a:lnTo>
                    <a:pt x="73" y="8"/>
                  </a:lnTo>
                  <a:lnTo>
                    <a:pt x="65" y="3"/>
                  </a:lnTo>
                  <a:lnTo>
                    <a:pt x="57" y="1"/>
                  </a:lnTo>
                  <a:lnTo>
                    <a:pt x="47" y="0"/>
                  </a:lnTo>
                  <a:lnTo>
                    <a:pt x="47" y="0"/>
                  </a:lnTo>
                  <a:lnTo>
                    <a:pt x="37" y="1"/>
                  </a:lnTo>
                  <a:lnTo>
                    <a:pt x="29" y="3"/>
                  </a:lnTo>
                  <a:lnTo>
                    <a:pt x="21" y="8"/>
                  </a:lnTo>
                  <a:lnTo>
                    <a:pt x="13" y="14"/>
                  </a:lnTo>
                  <a:lnTo>
                    <a:pt x="8" y="21"/>
                  </a:lnTo>
                  <a:lnTo>
                    <a:pt x="4" y="28"/>
                  </a:lnTo>
                  <a:lnTo>
                    <a:pt x="1" y="37"/>
                  </a:lnTo>
                  <a:lnTo>
                    <a:pt x="0" y="46"/>
                  </a:lnTo>
                  <a:lnTo>
                    <a:pt x="0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46">
              <a:extLst>
                <a:ext uri="{FF2B5EF4-FFF2-40B4-BE49-F238E27FC236}">
                  <a16:creationId xmlns:a16="http://schemas.microsoft.com/office/drawing/2014/main" id="{0486DE06-AD17-715E-AB6F-D5523C3D1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5" y="902"/>
              <a:ext cx="44" cy="63"/>
            </a:xfrm>
            <a:custGeom>
              <a:avLst/>
              <a:gdLst>
                <a:gd name="T0" fmla="*/ 26 w 89"/>
                <a:gd name="T1" fmla="*/ 0 h 127"/>
                <a:gd name="T2" fmla="*/ 26 w 89"/>
                <a:gd name="T3" fmla="*/ 0 h 127"/>
                <a:gd name="T4" fmla="*/ 22 w 89"/>
                <a:gd name="T5" fmla="*/ 10 h 127"/>
                <a:gd name="T6" fmla="*/ 16 w 89"/>
                <a:gd name="T7" fmla="*/ 18 h 127"/>
                <a:gd name="T8" fmla="*/ 9 w 89"/>
                <a:gd name="T9" fmla="*/ 26 h 127"/>
                <a:gd name="T10" fmla="*/ 0 w 89"/>
                <a:gd name="T11" fmla="*/ 33 h 127"/>
                <a:gd name="T12" fmla="*/ 0 w 89"/>
                <a:gd name="T13" fmla="*/ 33 h 127"/>
                <a:gd name="T14" fmla="*/ 15 w 89"/>
                <a:gd name="T15" fmla="*/ 59 h 127"/>
                <a:gd name="T16" fmla="*/ 26 w 89"/>
                <a:gd name="T17" fmla="*/ 85 h 127"/>
                <a:gd name="T18" fmla="*/ 34 w 89"/>
                <a:gd name="T19" fmla="*/ 109 h 127"/>
                <a:gd name="T20" fmla="*/ 41 w 89"/>
                <a:gd name="T21" fmla="*/ 127 h 127"/>
                <a:gd name="T22" fmla="*/ 41 w 89"/>
                <a:gd name="T23" fmla="*/ 127 h 127"/>
                <a:gd name="T24" fmla="*/ 54 w 89"/>
                <a:gd name="T25" fmla="*/ 119 h 127"/>
                <a:gd name="T26" fmla="*/ 66 w 89"/>
                <a:gd name="T27" fmla="*/ 111 h 127"/>
                <a:gd name="T28" fmla="*/ 79 w 89"/>
                <a:gd name="T29" fmla="*/ 101 h 127"/>
                <a:gd name="T30" fmla="*/ 88 w 89"/>
                <a:gd name="T31" fmla="*/ 91 h 127"/>
                <a:gd name="T32" fmla="*/ 88 w 89"/>
                <a:gd name="T33" fmla="*/ 91 h 127"/>
                <a:gd name="T34" fmla="*/ 89 w 89"/>
                <a:gd name="T35" fmla="*/ 83 h 127"/>
                <a:gd name="T36" fmla="*/ 89 w 89"/>
                <a:gd name="T37" fmla="*/ 76 h 127"/>
                <a:gd name="T38" fmla="*/ 88 w 89"/>
                <a:gd name="T39" fmla="*/ 69 h 127"/>
                <a:gd name="T40" fmla="*/ 86 w 89"/>
                <a:gd name="T41" fmla="*/ 62 h 127"/>
                <a:gd name="T42" fmla="*/ 80 w 89"/>
                <a:gd name="T43" fmla="*/ 50 h 127"/>
                <a:gd name="T44" fmla="*/ 71 w 89"/>
                <a:gd name="T45" fmla="*/ 38 h 127"/>
                <a:gd name="T46" fmla="*/ 62 w 89"/>
                <a:gd name="T47" fmla="*/ 27 h 127"/>
                <a:gd name="T48" fmla="*/ 51 w 89"/>
                <a:gd name="T49" fmla="*/ 17 h 127"/>
                <a:gd name="T50" fmla="*/ 39 w 89"/>
                <a:gd name="T51" fmla="*/ 8 h 127"/>
                <a:gd name="T52" fmla="*/ 26 w 89"/>
                <a:gd name="T53" fmla="*/ 0 h 127"/>
                <a:gd name="T54" fmla="*/ 26 w 89"/>
                <a:gd name="T55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" h="127">
                  <a:moveTo>
                    <a:pt x="26" y="0"/>
                  </a:moveTo>
                  <a:lnTo>
                    <a:pt x="26" y="0"/>
                  </a:lnTo>
                  <a:lnTo>
                    <a:pt x="22" y="10"/>
                  </a:lnTo>
                  <a:lnTo>
                    <a:pt x="16" y="18"/>
                  </a:lnTo>
                  <a:lnTo>
                    <a:pt x="9" y="26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5" y="59"/>
                  </a:lnTo>
                  <a:lnTo>
                    <a:pt x="26" y="85"/>
                  </a:lnTo>
                  <a:lnTo>
                    <a:pt x="34" y="109"/>
                  </a:lnTo>
                  <a:lnTo>
                    <a:pt x="41" y="127"/>
                  </a:lnTo>
                  <a:lnTo>
                    <a:pt x="41" y="127"/>
                  </a:lnTo>
                  <a:lnTo>
                    <a:pt x="54" y="119"/>
                  </a:lnTo>
                  <a:lnTo>
                    <a:pt x="66" y="111"/>
                  </a:lnTo>
                  <a:lnTo>
                    <a:pt x="79" y="101"/>
                  </a:lnTo>
                  <a:lnTo>
                    <a:pt x="88" y="91"/>
                  </a:lnTo>
                  <a:lnTo>
                    <a:pt x="88" y="91"/>
                  </a:lnTo>
                  <a:lnTo>
                    <a:pt x="89" y="83"/>
                  </a:lnTo>
                  <a:lnTo>
                    <a:pt x="89" y="76"/>
                  </a:lnTo>
                  <a:lnTo>
                    <a:pt x="88" y="69"/>
                  </a:lnTo>
                  <a:lnTo>
                    <a:pt x="86" y="62"/>
                  </a:lnTo>
                  <a:lnTo>
                    <a:pt x="80" y="50"/>
                  </a:lnTo>
                  <a:lnTo>
                    <a:pt x="71" y="38"/>
                  </a:lnTo>
                  <a:lnTo>
                    <a:pt x="62" y="27"/>
                  </a:lnTo>
                  <a:lnTo>
                    <a:pt x="51" y="17"/>
                  </a:lnTo>
                  <a:lnTo>
                    <a:pt x="39" y="8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47">
              <a:extLst>
                <a:ext uri="{FF2B5EF4-FFF2-40B4-BE49-F238E27FC236}">
                  <a16:creationId xmlns:a16="http://schemas.microsoft.com/office/drawing/2014/main" id="{A2A5AADA-2F58-30E2-D7D4-3353415C7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7" y="828"/>
              <a:ext cx="64" cy="44"/>
            </a:xfrm>
            <a:custGeom>
              <a:avLst/>
              <a:gdLst>
                <a:gd name="T0" fmla="*/ 90 w 127"/>
                <a:gd name="T1" fmla="*/ 0 h 88"/>
                <a:gd name="T2" fmla="*/ 90 w 127"/>
                <a:gd name="T3" fmla="*/ 0 h 88"/>
                <a:gd name="T4" fmla="*/ 83 w 127"/>
                <a:gd name="T5" fmla="*/ 0 h 88"/>
                <a:gd name="T6" fmla="*/ 76 w 127"/>
                <a:gd name="T7" fmla="*/ 0 h 88"/>
                <a:gd name="T8" fmla="*/ 70 w 127"/>
                <a:gd name="T9" fmla="*/ 2 h 88"/>
                <a:gd name="T10" fmla="*/ 62 w 127"/>
                <a:gd name="T11" fmla="*/ 3 h 88"/>
                <a:gd name="T12" fmla="*/ 49 w 127"/>
                <a:gd name="T13" fmla="*/ 9 h 88"/>
                <a:gd name="T14" fmla="*/ 38 w 127"/>
                <a:gd name="T15" fmla="*/ 17 h 88"/>
                <a:gd name="T16" fmla="*/ 28 w 127"/>
                <a:gd name="T17" fmla="*/ 27 h 88"/>
                <a:gd name="T18" fmla="*/ 17 w 127"/>
                <a:gd name="T19" fmla="*/ 38 h 88"/>
                <a:gd name="T20" fmla="*/ 8 w 127"/>
                <a:gd name="T21" fmla="*/ 51 h 88"/>
                <a:gd name="T22" fmla="*/ 0 w 127"/>
                <a:gd name="T23" fmla="*/ 63 h 88"/>
                <a:gd name="T24" fmla="*/ 0 w 127"/>
                <a:gd name="T25" fmla="*/ 63 h 88"/>
                <a:gd name="T26" fmla="*/ 9 w 127"/>
                <a:gd name="T27" fmla="*/ 68 h 88"/>
                <a:gd name="T28" fmla="*/ 19 w 127"/>
                <a:gd name="T29" fmla="*/ 73 h 88"/>
                <a:gd name="T30" fmla="*/ 26 w 127"/>
                <a:gd name="T31" fmla="*/ 80 h 88"/>
                <a:gd name="T32" fmla="*/ 32 w 127"/>
                <a:gd name="T33" fmla="*/ 88 h 88"/>
                <a:gd name="T34" fmla="*/ 32 w 127"/>
                <a:gd name="T35" fmla="*/ 88 h 88"/>
                <a:gd name="T36" fmla="*/ 59 w 127"/>
                <a:gd name="T37" fmla="*/ 75 h 88"/>
                <a:gd name="T38" fmla="*/ 85 w 127"/>
                <a:gd name="T39" fmla="*/ 63 h 88"/>
                <a:gd name="T40" fmla="*/ 109 w 127"/>
                <a:gd name="T41" fmla="*/ 55 h 88"/>
                <a:gd name="T42" fmla="*/ 127 w 127"/>
                <a:gd name="T43" fmla="*/ 48 h 88"/>
                <a:gd name="T44" fmla="*/ 127 w 127"/>
                <a:gd name="T45" fmla="*/ 48 h 88"/>
                <a:gd name="T46" fmla="*/ 120 w 127"/>
                <a:gd name="T47" fmla="*/ 35 h 88"/>
                <a:gd name="T48" fmla="*/ 112 w 127"/>
                <a:gd name="T49" fmla="*/ 22 h 88"/>
                <a:gd name="T50" fmla="*/ 101 w 127"/>
                <a:gd name="T51" fmla="*/ 11 h 88"/>
                <a:gd name="T52" fmla="*/ 90 w 127"/>
                <a:gd name="T53" fmla="*/ 0 h 88"/>
                <a:gd name="T54" fmla="*/ 90 w 127"/>
                <a:gd name="T5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88">
                  <a:moveTo>
                    <a:pt x="90" y="0"/>
                  </a:moveTo>
                  <a:lnTo>
                    <a:pt x="90" y="0"/>
                  </a:lnTo>
                  <a:lnTo>
                    <a:pt x="83" y="0"/>
                  </a:lnTo>
                  <a:lnTo>
                    <a:pt x="76" y="0"/>
                  </a:lnTo>
                  <a:lnTo>
                    <a:pt x="70" y="2"/>
                  </a:lnTo>
                  <a:lnTo>
                    <a:pt x="62" y="3"/>
                  </a:lnTo>
                  <a:lnTo>
                    <a:pt x="49" y="9"/>
                  </a:lnTo>
                  <a:lnTo>
                    <a:pt x="38" y="17"/>
                  </a:lnTo>
                  <a:lnTo>
                    <a:pt x="28" y="27"/>
                  </a:lnTo>
                  <a:lnTo>
                    <a:pt x="17" y="38"/>
                  </a:lnTo>
                  <a:lnTo>
                    <a:pt x="8" y="51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9" y="68"/>
                  </a:lnTo>
                  <a:lnTo>
                    <a:pt x="19" y="73"/>
                  </a:lnTo>
                  <a:lnTo>
                    <a:pt x="26" y="80"/>
                  </a:lnTo>
                  <a:lnTo>
                    <a:pt x="32" y="88"/>
                  </a:lnTo>
                  <a:lnTo>
                    <a:pt x="32" y="88"/>
                  </a:lnTo>
                  <a:lnTo>
                    <a:pt x="59" y="75"/>
                  </a:lnTo>
                  <a:lnTo>
                    <a:pt x="85" y="63"/>
                  </a:lnTo>
                  <a:lnTo>
                    <a:pt x="109" y="55"/>
                  </a:lnTo>
                  <a:lnTo>
                    <a:pt x="127" y="48"/>
                  </a:lnTo>
                  <a:lnTo>
                    <a:pt x="127" y="48"/>
                  </a:lnTo>
                  <a:lnTo>
                    <a:pt x="120" y="35"/>
                  </a:lnTo>
                  <a:lnTo>
                    <a:pt x="112" y="22"/>
                  </a:lnTo>
                  <a:lnTo>
                    <a:pt x="101" y="11"/>
                  </a:lnTo>
                  <a:lnTo>
                    <a:pt x="90" y="0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48">
              <a:extLst>
                <a:ext uri="{FF2B5EF4-FFF2-40B4-BE49-F238E27FC236}">
                  <a16:creationId xmlns:a16="http://schemas.microsoft.com/office/drawing/2014/main" id="{78A87DC7-2CFE-6559-5AAC-92DB171FF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873"/>
              <a:ext cx="54" cy="43"/>
            </a:xfrm>
            <a:custGeom>
              <a:avLst/>
              <a:gdLst>
                <a:gd name="T0" fmla="*/ 0 w 109"/>
                <a:gd name="T1" fmla="*/ 6 h 85"/>
                <a:gd name="T2" fmla="*/ 0 w 109"/>
                <a:gd name="T3" fmla="*/ 6 h 85"/>
                <a:gd name="T4" fmla="*/ 3 w 109"/>
                <a:gd name="T5" fmla="*/ 12 h 85"/>
                <a:gd name="T6" fmla="*/ 5 w 109"/>
                <a:gd name="T7" fmla="*/ 19 h 85"/>
                <a:gd name="T8" fmla="*/ 6 w 109"/>
                <a:gd name="T9" fmla="*/ 26 h 85"/>
                <a:gd name="T10" fmla="*/ 6 w 109"/>
                <a:gd name="T11" fmla="*/ 33 h 85"/>
                <a:gd name="T12" fmla="*/ 6 w 109"/>
                <a:gd name="T13" fmla="*/ 33 h 85"/>
                <a:gd name="T14" fmla="*/ 5 w 109"/>
                <a:gd name="T15" fmla="*/ 47 h 85"/>
                <a:gd name="T16" fmla="*/ 5 w 109"/>
                <a:gd name="T17" fmla="*/ 47 h 85"/>
                <a:gd name="T18" fmla="*/ 33 w 109"/>
                <a:gd name="T19" fmla="*/ 55 h 85"/>
                <a:gd name="T20" fmla="*/ 61 w 109"/>
                <a:gd name="T21" fmla="*/ 66 h 85"/>
                <a:gd name="T22" fmla="*/ 83 w 109"/>
                <a:gd name="T23" fmla="*/ 77 h 85"/>
                <a:gd name="T24" fmla="*/ 100 w 109"/>
                <a:gd name="T25" fmla="*/ 85 h 85"/>
                <a:gd name="T26" fmla="*/ 100 w 109"/>
                <a:gd name="T27" fmla="*/ 85 h 85"/>
                <a:gd name="T28" fmla="*/ 104 w 109"/>
                <a:gd name="T29" fmla="*/ 73 h 85"/>
                <a:gd name="T30" fmla="*/ 106 w 109"/>
                <a:gd name="T31" fmla="*/ 60 h 85"/>
                <a:gd name="T32" fmla="*/ 107 w 109"/>
                <a:gd name="T33" fmla="*/ 47 h 85"/>
                <a:gd name="T34" fmla="*/ 109 w 109"/>
                <a:gd name="T35" fmla="*/ 33 h 85"/>
                <a:gd name="T36" fmla="*/ 109 w 109"/>
                <a:gd name="T37" fmla="*/ 33 h 85"/>
                <a:gd name="T38" fmla="*/ 109 w 109"/>
                <a:gd name="T39" fmla="*/ 25 h 85"/>
                <a:gd name="T40" fmla="*/ 109 w 109"/>
                <a:gd name="T41" fmla="*/ 25 h 85"/>
                <a:gd name="T42" fmla="*/ 104 w 109"/>
                <a:gd name="T43" fmla="*/ 20 h 85"/>
                <a:gd name="T44" fmla="*/ 98 w 109"/>
                <a:gd name="T45" fmla="*/ 15 h 85"/>
                <a:gd name="T46" fmla="*/ 92 w 109"/>
                <a:gd name="T47" fmla="*/ 11 h 85"/>
                <a:gd name="T48" fmla="*/ 86 w 109"/>
                <a:gd name="T49" fmla="*/ 7 h 85"/>
                <a:gd name="T50" fmla="*/ 73 w 109"/>
                <a:gd name="T51" fmla="*/ 2 h 85"/>
                <a:gd name="T52" fmla="*/ 59 w 109"/>
                <a:gd name="T53" fmla="*/ 0 h 85"/>
                <a:gd name="T54" fmla="*/ 45 w 109"/>
                <a:gd name="T55" fmla="*/ 0 h 85"/>
                <a:gd name="T56" fmla="*/ 29 w 109"/>
                <a:gd name="T57" fmla="*/ 0 h 85"/>
                <a:gd name="T58" fmla="*/ 15 w 109"/>
                <a:gd name="T59" fmla="*/ 2 h 85"/>
                <a:gd name="T60" fmla="*/ 0 w 109"/>
                <a:gd name="T61" fmla="*/ 6 h 85"/>
                <a:gd name="T62" fmla="*/ 0 w 109"/>
                <a:gd name="T63" fmla="*/ 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9" h="85">
                  <a:moveTo>
                    <a:pt x="0" y="6"/>
                  </a:moveTo>
                  <a:lnTo>
                    <a:pt x="0" y="6"/>
                  </a:lnTo>
                  <a:lnTo>
                    <a:pt x="3" y="12"/>
                  </a:lnTo>
                  <a:lnTo>
                    <a:pt x="5" y="19"/>
                  </a:lnTo>
                  <a:lnTo>
                    <a:pt x="6" y="26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33" y="55"/>
                  </a:lnTo>
                  <a:lnTo>
                    <a:pt x="61" y="66"/>
                  </a:lnTo>
                  <a:lnTo>
                    <a:pt x="83" y="77"/>
                  </a:lnTo>
                  <a:lnTo>
                    <a:pt x="100" y="85"/>
                  </a:lnTo>
                  <a:lnTo>
                    <a:pt x="100" y="85"/>
                  </a:lnTo>
                  <a:lnTo>
                    <a:pt x="104" y="73"/>
                  </a:lnTo>
                  <a:lnTo>
                    <a:pt x="106" y="60"/>
                  </a:lnTo>
                  <a:lnTo>
                    <a:pt x="107" y="47"/>
                  </a:lnTo>
                  <a:lnTo>
                    <a:pt x="109" y="33"/>
                  </a:lnTo>
                  <a:lnTo>
                    <a:pt x="109" y="33"/>
                  </a:lnTo>
                  <a:lnTo>
                    <a:pt x="109" y="25"/>
                  </a:lnTo>
                  <a:lnTo>
                    <a:pt x="109" y="25"/>
                  </a:lnTo>
                  <a:lnTo>
                    <a:pt x="104" y="20"/>
                  </a:lnTo>
                  <a:lnTo>
                    <a:pt x="98" y="15"/>
                  </a:lnTo>
                  <a:lnTo>
                    <a:pt x="92" y="11"/>
                  </a:lnTo>
                  <a:lnTo>
                    <a:pt x="86" y="7"/>
                  </a:lnTo>
                  <a:lnTo>
                    <a:pt x="73" y="2"/>
                  </a:lnTo>
                  <a:lnTo>
                    <a:pt x="59" y="0"/>
                  </a:lnTo>
                  <a:lnTo>
                    <a:pt x="45" y="0"/>
                  </a:lnTo>
                  <a:lnTo>
                    <a:pt x="29" y="0"/>
                  </a:lnTo>
                  <a:lnTo>
                    <a:pt x="15" y="2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84B15251-15B5-BF3C-D3DC-5FB1C3D33BDC}"/>
              </a:ext>
            </a:extLst>
          </p:cNvPr>
          <p:cNvCxnSpPr>
            <a:endCxn id="5" idx="30"/>
          </p:cNvCxnSpPr>
          <p:nvPr/>
        </p:nvCxnSpPr>
        <p:spPr>
          <a:xfrm>
            <a:off x="7699456" y="3454400"/>
            <a:ext cx="475055" cy="175705"/>
          </a:xfrm>
          <a:prstGeom prst="bentConnector3">
            <a:avLst>
              <a:gd name="adj1" fmla="val 9565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345200E-126F-255F-E3D9-881667A857D7}"/>
              </a:ext>
            </a:extLst>
          </p:cNvPr>
          <p:cNvSpPr txBox="1"/>
          <p:nvPr/>
        </p:nvSpPr>
        <p:spPr>
          <a:xfrm>
            <a:off x="2611994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8ED59A-7ACE-4E4A-200E-E2E0C8CA8ACB}"/>
              </a:ext>
            </a:extLst>
          </p:cNvPr>
          <p:cNvSpPr txBox="1"/>
          <p:nvPr/>
        </p:nvSpPr>
        <p:spPr>
          <a:xfrm>
            <a:off x="4012215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4FDAEA-A7B0-7004-B33F-CA76FA368F92}"/>
              </a:ext>
            </a:extLst>
          </p:cNvPr>
          <p:cNvSpPr txBox="1"/>
          <p:nvPr/>
        </p:nvSpPr>
        <p:spPr>
          <a:xfrm>
            <a:off x="4918565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03E4A7-DC81-D168-47ED-EE35EC03B3D6}"/>
              </a:ext>
            </a:extLst>
          </p:cNvPr>
          <p:cNvSpPr txBox="1"/>
          <p:nvPr/>
        </p:nvSpPr>
        <p:spPr>
          <a:xfrm>
            <a:off x="7497969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81F1C4-0412-7CDC-FF07-F7E013C7DEF4}"/>
              </a:ext>
            </a:extLst>
          </p:cNvPr>
          <p:cNvSpPr txBox="1"/>
          <p:nvPr/>
        </p:nvSpPr>
        <p:spPr>
          <a:xfrm>
            <a:off x="6203107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500538-4DA3-95E0-DC7A-4F3F44E5B401}"/>
              </a:ext>
            </a:extLst>
          </p:cNvPr>
          <p:cNvSpPr txBox="1"/>
          <p:nvPr/>
        </p:nvSpPr>
        <p:spPr>
          <a:xfrm>
            <a:off x="8812195" y="2429150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8B9615-85C2-C6DA-7E6C-FFA9D30DBF90}"/>
              </a:ext>
            </a:extLst>
          </p:cNvPr>
          <p:cNvSpPr txBox="1"/>
          <p:nvPr/>
        </p:nvSpPr>
        <p:spPr>
          <a:xfrm>
            <a:off x="9831228" y="2839450"/>
            <a:ext cx="64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</a:t>
            </a:r>
          </a:p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25765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176E276-EE46-AC20-0074-893BC1749FD5}"/>
              </a:ext>
            </a:extLst>
          </p:cNvPr>
          <p:cNvSpPr/>
          <p:nvPr/>
        </p:nvSpPr>
        <p:spPr>
          <a:xfrm>
            <a:off x="1414272" y="2905760"/>
            <a:ext cx="576072" cy="54864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FCA14A-B7BF-53B1-FFD9-BFF6FB7F546D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1990344" y="3180080"/>
            <a:ext cx="77825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592CF3-0804-F9CB-1E73-4F68664E01BB}"/>
              </a:ext>
            </a:extLst>
          </p:cNvPr>
          <p:cNvCxnSpPr>
            <a:cxnSpLocks/>
          </p:cNvCxnSpPr>
          <p:nvPr/>
        </p:nvCxnSpPr>
        <p:spPr>
          <a:xfrm>
            <a:off x="2768600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BEAA00-9175-0310-BA7F-DB110886CCD9}"/>
              </a:ext>
            </a:extLst>
          </p:cNvPr>
          <p:cNvCxnSpPr>
            <a:cxnSpLocks/>
          </p:cNvCxnSpPr>
          <p:nvPr/>
        </p:nvCxnSpPr>
        <p:spPr>
          <a:xfrm>
            <a:off x="2768600" y="3180080"/>
            <a:ext cx="176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064DC5-1C18-EAE7-63CD-638B956D21A8}"/>
              </a:ext>
            </a:extLst>
          </p:cNvPr>
          <p:cNvCxnSpPr>
            <a:cxnSpLocks/>
          </p:cNvCxnSpPr>
          <p:nvPr/>
        </p:nvCxnSpPr>
        <p:spPr>
          <a:xfrm>
            <a:off x="4152900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694D21D-C655-95C7-3EB4-9CB34B4604CA}"/>
              </a:ext>
            </a:extLst>
          </p:cNvPr>
          <p:cNvGrpSpPr/>
          <p:nvPr/>
        </p:nvGrpSpPr>
        <p:grpSpPr>
          <a:xfrm>
            <a:off x="4457383" y="2888296"/>
            <a:ext cx="147001" cy="605663"/>
            <a:chOff x="4457383" y="2888296"/>
            <a:chExt cx="147001" cy="60566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0968555-E735-637F-8887-A9ED3ECCED5F}"/>
                </a:ext>
              </a:extLst>
            </p:cNvPr>
            <p:cNvSpPr/>
            <p:nvPr/>
          </p:nvSpPr>
          <p:spPr>
            <a:xfrm>
              <a:off x="4465320" y="3042920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E55283F-B395-C503-6EE8-E0D53C3CC568}"/>
                </a:ext>
              </a:extLst>
            </p:cNvPr>
            <p:cNvSpPr/>
            <p:nvPr/>
          </p:nvSpPr>
          <p:spPr>
            <a:xfrm>
              <a:off x="4465320" y="2905759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571B82C-5169-EB80-6DBC-0DF97F0A43FA}"/>
                </a:ext>
              </a:extLst>
            </p:cNvPr>
            <p:cNvSpPr/>
            <p:nvPr/>
          </p:nvSpPr>
          <p:spPr>
            <a:xfrm>
              <a:off x="4467224" y="3329304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0191229-C09A-EC53-96D7-AD0693DA67D3}"/>
                </a:ext>
              </a:extLst>
            </p:cNvPr>
            <p:cNvSpPr/>
            <p:nvPr/>
          </p:nvSpPr>
          <p:spPr>
            <a:xfrm>
              <a:off x="4467224" y="3192143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8CEBF7-5C60-8AB6-A070-827F31618D55}"/>
                </a:ext>
              </a:extLst>
            </p:cNvPr>
            <p:cNvSpPr/>
            <p:nvPr/>
          </p:nvSpPr>
          <p:spPr>
            <a:xfrm>
              <a:off x="4457383" y="2888296"/>
              <a:ext cx="73152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F5CBC22-FDD8-5110-E8AE-656561F553A3}"/>
                </a:ext>
              </a:extLst>
            </p:cNvPr>
            <p:cNvSpPr/>
            <p:nvPr/>
          </p:nvSpPr>
          <p:spPr>
            <a:xfrm>
              <a:off x="4460558" y="3201351"/>
              <a:ext cx="67624" cy="292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16E3A2C-C405-F688-28B6-8426645FF4F6}"/>
              </a:ext>
            </a:extLst>
          </p:cNvPr>
          <p:cNvGrpSpPr/>
          <p:nvPr/>
        </p:nvGrpSpPr>
        <p:grpSpPr>
          <a:xfrm>
            <a:off x="4666774" y="2897821"/>
            <a:ext cx="158498" cy="592963"/>
            <a:chOff x="4666774" y="2897821"/>
            <a:chExt cx="158498" cy="592963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7B0CCCC-F46B-0394-4DC5-37C78E7B24EC}"/>
                </a:ext>
              </a:extLst>
            </p:cNvPr>
            <p:cNvSpPr/>
            <p:nvPr/>
          </p:nvSpPr>
          <p:spPr>
            <a:xfrm flipH="1">
              <a:off x="4668678" y="3042920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E77BB96-43AF-984E-1047-954B6B315E26}"/>
                </a:ext>
              </a:extLst>
            </p:cNvPr>
            <p:cNvSpPr/>
            <p:nvPr/>
          </p:nvSpPr>
          <p:spPr>
            <a:xfrm flipH="1">
              <a:off x="4668678" y="2905759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A35357B-24C8-ED27-76BC-21BD33922C6F}"/>
                </a:ext>
              </a:extLst>
            </p:cNvPr>
            <p:cNvSpPr/>
            <p:nvPr/>
          </p:nvSpPr>
          <p:spPr>
            <a:xfrm flipH="1">
              <a:off x="4666774" y="3329304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9CC6FA-7C7F-984C-1069-AA50BF7C3F9A}"/>
                </a:ext>
              </a:extLst>
            </p:cNvPr>
            <p:cNvSpPr/>
            <p:nvPr/>
          </p:nvSpPr>
          <p:spPr>
            <a:xfrm flipH="1">
              <a:off x="4666774" y="3192143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325B3A0-80B3-BC4C-CD94-F1BEDC00E2ED}"/>
                </a:ext>
              </a:extLst>
            </p:cNvPr>
            <p:cNvSpPr/>
            <p:nvPr/>
          </p:nvSpPr>
          <p:spPr>
            <a:xfrm flipH="1">
              <a:off x="4742976" y="2897821"/>
              <a:ext cx="82296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0FB2E48-4969-2E5E-F8F1-FA8643181981}"/>
                </a:ext>
              </a:extLst>
            </p:cNvPr>
            <p:cNvSpPr/>
            <p:nvPr/>
          </p:nvSpPr>
          <p:spPr>
            <a:xfrm flipH="1">
              <a:off x="4742976" y="3198176"/>
              <a:ext cx="67624" cy="292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8DBF106-3B30-FBB3-0CD5-C467D4D0C80C}"/>
              </a:ext>
            </a:extLst>
          </p:cNvPr>
          <p:cNvCxnSpPr>
            <a:cxnSpLocks/>
          </p:cNvCxnSpPr>
          <p:nvPr/>
        </p:nvCxnSpPr>
        <p:spPr>
          <a:xfrm>
            <a:off x="4735354" y="3181347"/>
            <a:ext cx="4837271" cy="2000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391A686-52A7-9763-CF01-A8B8EA079528}"/>
              </a:ext>
            </a:extLst>
          </p:cNvPr>
          <p:cNvCxnSpPr>
            <a:cxnSpLocks/>
          </p:cNvCxnSpPr>
          <p:nvPr/>
        </p:nvCxnSpPr>
        <p:spPr>
          <a:xfrm>
            <a:off x="5067299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B3374D2-723E-5F68-D450-FD98DEB0104C}"/>
              </a:ext>
            </a:extLst>
          </p:cNvPr>
          <p:cNvCxnSpPr>
            <a:cxnSpLocks/>
          </p:cNvCxnSpPr>
          <p:nvPr/>
        </p:nvCxnSpPr>
        <p:spPr>
          <a:xfrm>
            <a:off x="6367462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5990D43-D959-C646-3203-35260414950B}"/>
              </a:ext>
            </a:extLst>
          </p:cNvPr>
          <p:cNvCxnSpPr>
            <a:cxnSpLocks/>
          </p:cNvCxnSpPr>
          <p:nvPr/>
        </p:nvCxnSpPr>
        <p:spPr>
          <a:xfrm>
            <a:off x="7667625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0D5578-42BE-B009-5F88-304F6138A6D7}"/>
              </a:ext>
            </a:extLst>
          </p:cNvPr>
          <p:cNvCxnSpPr>
            <a:cxnSpLocks/>
          </p:cNvCxnSpPr>
          <p:nvPr/>
        </p:nvCxnSpPr>
        <p:spPr>
          <a:xfrm>
            <a:off x="8967787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824810CB-A4B0-D44D-0D5A-0259FF7621AC}"/>
              </a:ext>
            </a:extLst>
          </p:cNvPr>
          <p:cNvSpPr/>
          <p:nvPr/>
        </p:nvSpPr>
        <p:spPr>
          <a:xfrm rot="5400000">
            <a:off x="9516747" y="3119278"/>
            <a:ext cx="127000" cy="15779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B70EB63A-EC0C-F280-6303-858EBF491A50}"/>
              </a:ext>
            </a:extLst>
          </p:cNvPr>
          <p:cNvSpPr/>
          <p:nvPr/>
        </p:nvSpPr>
        <p:spPr>
          <a:xfrm rot="10800000">
            <a:off x="6589397" y="3798728"/>
            <a:ext cx="127000" cy="15779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26771E7-B2F9-E471-3E7E-8469F610235E}"/>
              </a:ext>
            </a:extLst>
          </p:cNvPr>
          <p:cNvCxnSpPr>
            <a:endCxn id="42" idx="3"/>
          </p:cNvCxnSpPr>
          <p:nvPr/>
        </p:nvCxnSpPr>
        <p:spPr>
          <a:xfrm rot="16200000" flipH="1">
            <a:off x="6356207" y="3502038"/>
            <a:ext cx="307944" cy="285435"/>
          </a:xfrm>
          <a:prstGeom prst="bentConnector3">
            <a:avLst>
              <a:gd name="adj1" fmla="val -7738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2208AAE4-69BF-D536-F3F3-08103ABD3635}"/>
              </a:ext>
            </a:extLst>
          </p:cNvPr>
          <p:cNvSpPr/>
          <p:nvPr/>
        </p:nvSpPr>
        <p:spPr>
          <a:xfrm>
            <a:off x="4269102" y="3679921"/>
            <a:ext cx="259080" cy="27660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D4FB911-C652-8FAE-637F-59E1EDBE4E99}"/>
              </a:ext>
            </a:extLst>
          </p:cNvPr>
          <p:cNvCxnSpPr>
            <a:cxnSpLocks/>
          </p:cNvCxnSpPr>
          <p:nvPr/>
        </p:nvCxnSpPr>
        <p:spPr>
          <a:xfrm>
            <a:off x="4690395" y="3679920"/>
            <a:ext cx="134877" cy="1188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70AF254-EBF2-6AAB-31AB-3F903C67BFB9}"/>
              </a:ext>
            </a:extLst>
          </p:cNvPr>
          <p:cNvCxnSpPr>
            <a:cxnSpLocks/>
          </p:cNvCxnSpPr>
          <p:nvPr/>
        </p:nvCxnSpPr>
        <p:spPr>
          <a:xfrm>
            <a:off x="4825272" y="3798728"/>
            <a:ext cx="0" cy="15779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231FEDE-4732-7F7D-FD50-3594B7B817A1}"/>
              </a:ext>
            </a:extLst>
          </p:cNvPr>
          <p:cNvCxnSpPr>
            <a:cxnSpLocks/>
          </p:cNvCxnSpPr>
          <p:nvPr/>
        </p:nvCxnSpPr>
        <p:spPr>
          <a:xfrm flipH="1">
            <a:off x="4915190" y="3876323"/>
            <a:ext cx="899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342D508-B723-F5CD-15E4-B48EF14B3D60}"/>
              </a:ext>
            </a:extLst>
          </p:cNvPr>
          <p:cNvCxnSpPr>
            <a:cxnSpLocks/>
          </p:cNvCxnSpPr>
          <p:nvPr/>
        </p:nvCxnSpPr>
        <p:spPr>
          <a:xfrm flipH="1">
            <a:off x="4928147" y="3902517"/>
            <a:ext cx="640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9C74222-4745-8A2C-AC92-FA48245E47E5}"/>
              </a:ext>
            </a:extLst>
          </p:cNvPr>
          <p:cNvCxnSpPr>
            <a:cxnSpLocks/>
          </p:cNvCxnSpPr>
          <p:nvPr/>
        </p:nvCxnSpPr>
        <p:spPr>
          <a:xfrm flipH="1">
            <a:off x="4946433" y="3928710"/>
            <a:ext cx="274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3E4B9EEF-5956-9F98-AB51-90971C8F85EC}"/>
              </a:ext>
            </a:extLst>
          </p:cNvPr>
          <p:cNvCxnSpPr/>
          <p:nvPr/>
        </p:nvCxnSpPr>
        <p:spPr>
          <a:xfrm rot="16200000" flipH="1">
            <a:off x="4813812" y="3810187"/>
            <a:ext cx="157796" cy="134877"/>
          </a:xfrm>
          <a:prstGeom prst="bentConnector3">
            <a:avLst>
              <a:gd name="adj1" fmla="val 2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20DF881-0ED4-9370-B2E5-7C1178D3FA78}"/>
              </a:ext>
            </a:extLst>
          </p:cNvPr>
          <p:cNvCxnSpPr>
            <a:cxnSpLocks/>
          </p:cNvCxnSpPr>
          <p:nvPr/>
        </p:nvCxnSpPr>
        <p:spPr>
          <a:xfrm flipH="1">
            <a:off x="4825270" y="3679920"/>
            <a:ext cx="134877" cy="1188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76B5226-0540-38C2-5554-AE640E58D55D}"/>
              </a:ext>
            </a:extLst>
          </p:cNvPr>
          <p:cNvCxnSpPr>
            <a:cxnSpLocks/>
          </p:cNvCxnSpPr>
          <p:nvPr/>
        </p:nvCxnSpPr>
        <p:spPr>
          <a:xfrm>
            <a:off x="3251200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E093DE6-7AE6-7FA5-315B-8035CEC993DA}"/>
              </a:ext>
            </a:extLst>
          </p:cNvPr>
          <p:cNvCxnSpPr>
            <a:cxnSpLocks/>
          </p:cNvCxnSpPr>
          <p:nvPr/>
        </p:nvCxnSpPr>
        <p:spPr>
          <a:xfrm>
            <a:off x="5346700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74CFD5F-A0CF-654B-395A-242BEA543834}"/>
              </a:ext>
            </a:extLst>
          </p:cNvPr>
          <p:cNvCxnSpPr>
            <a:cxnSpLocks/>
          </p:cNvCxnSpPr>
          <p:nvPr/>
        </p:nvCxnSpPr>
        <p:spPr>
          <a:xfrm>
            <a:off x="6652896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25C85FC-814E-BCBF-E3B9-BA54F1431000}"/>
              </a:ext>
            </a:extLst>
          </p:cNvPr>
          <p:cNvCxnSpPr>
            <a:cxnSpLocks/>
          </p:cNvCxnSpPr>
          <p:nvPr/>
        </p:nvCxnSpPr>
        <p:spPr>
          <a:xfrm>
            <a:off x="8110221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BA6EE94-33EC-52F8-3B45-D442ED091160}"/>
              </a:ext>
            </a:extLst>
          </p:cNvPr>
          <p:cNvSpPr txBox="1"/>
          <p:nvPr/>
        </p:nvSpPr>
        <p:spPr>
          <a:xfrm>
            <a:off x="5169503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2500 ft.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70E729-B8BC-6153-3C48-3211ED3806FD}"/>
              </a:ext>
            </a:extLst>
          </p:cNvPr>
          <p:cNvSpPr txBox="1"/>
          <p:nvPr/>
        </p:nvSpPr>
        <p:spPr>
          <a:xfrm>
            <a:off x="2960227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2000 ft.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C3D3B9-C5F4-A4AF-341B-8164562B748E}"/>
              </a:ext>
            </a:extLst>
          </p:cNvPr>
          <p:cNvSpPr txBox="1"/>
          <p:nvPr/>
        </p:nvSpPr>
        <p:spPr>
          <a:xfrm>
            <a:off x="6474047" y="2721093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1000 ft.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D8C24E-A0D4-35AB-FE17-9261C281F29D}"/>
              </a:ext>
            </a:extLst>
          </p:cNvPr>
          <p:cNvSpPr txBox="1"/>
          <p:nvPr/>
        </p:nvSpPr>
        <p:spPr>
          <a:xfrm>
            <a:off x="7778591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1000 ft.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84B15251-15B5-BF3C-D3DC-5FB1C3D33BDC}"/>
              </a:ext>
            </a:extLst>
          </p:cNvPr>
          <p:cNvCxnSpPr>
            <a:endCxn id="5" idx="30"/>
          </p:cNvCxnSpPr>
          <p:nvPr/>
        </p:nvCxnSpPr>
        <p:spPr>
          <a:xfrm>
            <a:off x="7699456" y="3454400"/>
            <a:ext cx="475055" cy="175705"/>
          </a:xfrm>
          <a:prstGeom prst="bentConnector3">
            <a:avLst>
              <a:gd name="adj1" fmla="val 9565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278">
            <a:extLst>
              <a:ext uri="{FF2B5EF4-FFF2-40B4-BE49-F238E27FC236}">
                <a16:creationId xmlns:a16="http://schemas.microsoft.com/office/drawing/2014/main" id="{FB49496C-0F7D-5A11-AF8A-359C6D8A60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30829" y="3591559"/>
            <a:ext cx="487363" cy="452438"/>
            <a:chOff x="2534" y="2096"/>
            <a:chExt cx="307" cy="285"/>
          </a:xfrm>
          <a:solidFill>
            <a:schemeClr val="tx1"/>
          </a:solidFill>
        </p:grpSpPr>
        <p:sp>
          <p:nvSpPr>
            <p:cNvPr id="40" name="Freeform 279">
              <a:extLst>
                <a:ext uri="{FF2B5EF4-FFF2-40B4-BE49-F238E27FC236}">
                  <a16:creationId xmlns:a16="http://schemas.microsoft.com/office/drawing/2014/main" id="{8FA2DE00-BC37-F8D8-A11F-76A4A3254C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34" y="2206"/>
              <a:ext cx="307" cy="175"/>
            </a:xfrm>
            <a:custGeom>
              <a:avLst/>
              <a:gdLst>
                <a:gd name="T0" fmla="*/ 320 w 614"/>
                <a:gd name="T1" fmla="*/ 204 h 350"/>
                <a:gd name="T2" fmla="*/ 440 w 614"/>
                <a:gd name="T3" fmla="*/ 2 h 350"/>
                <a:gd name="T4" fmla="*/ 440 w 614"/>
                <a:gd name="T5" fmla="*/ 0 h 350"/>
                <a:gd name="T6" fmla="*/ 440 w 614"/>
                <a:gd name="T7" fmla="*/ 0 h 350"/>
                <a:gd name="T8" fmla="*/ 562 w 614"/>
                <a:gd name="T9" fmla="*/ 205 h 350"/>
                <a:gd name="T10" fmla="*/ 510 w 614"/>
                <a:gd name="T11" fmla="*/ 205 h 350"/>
                <a:gd name="T12" fmla="*/ 510 w 614"/>
                <a:gd name="T13" fmla="*/ 205 h 350"/>
                <a:gd name="T14" fmla="*/ 510 w 614"/>
                <a:gd name="T15" fmla="*/ 311 h 350"/>
                <a:gd name="T16" fmla="*/ 614 w 614"/>
                <a:gd name="T17" fmla="*/ 311 h 350"/>
                <a:gd name="T18" fmla="*/ 614 w 614"/>
                <a:gd name="T19" fmla="*/ 350 h 350"/>
                <a:gd name="T20" fmla="*/ 0 w 614"/>
                <a:gd name="T21" fmla="*/ 350 h 350"/>
                <a:gd name="T22" fmla="*/ 0 w 614"/>
                <a:gd name="T23" fmla="*/ 311 h 350"/>
                <a:gd name="T24" fmla="*/ 101 w 614"/>
                <a:gd name="T25" fmla="*/ 311 h 350"/>
                <a:gd name="T26" fmla="*/ 101 w 614"/>
                <a:gd name="T27" fmla="*/ 205 h 350"/>
                <a:gd name="T28" fmla="*/ 314 w 614"/>
                <a:gd name="T29" fmla="*/ 205 h 350"/>
                <a:gd name="T30" fmla="*/ 314 w 614"/>
                <a:gd name="T31" fmla="*/ 205 h 350"/>
                <a:gd name="T32" fmla="*/ 320 w 614"/>
                <a:gd name="T33" fmla="*/ 205 h 350"/>
                <a:gd name="T34" fmla="*/ 320 w 614"/>
                <a:gd name="T35" fmla="*/ 204 h 350"/>
                <a:gd name="T36" fmla="*/ 444 w 614"/>
                <a:gd name="T37" fmla="*/ 127 h 350"/>
                <a:gd name="T38" fmla="*/ 440 w 614"/>
                <a:gd name="T39" fmla="*/ 127 h 350"/>
                <a:gd name="T40" fmla="*/ 440 w 614"/>
                <a:gd name="T41" fmla="*/ 127 h 350"/>
                <a:gd name="T42" fmla="*/ 352 w 614"/>
                <a:gd name="T43" fmla="*/ 238 h 350"/>
                <a:gd name="T44" fmla="*/ 402 w 614"/>
                <a:gd name="T45" fmla="*/ 238 h 350"/>
                <a:gd name="T46" fmla="*/ 380 w 614"/>
                <a:gd name="T47" fmla="*/ 315 h 350"/>
                <a:gd name="T48" fmla="*/ 384 w 614"/>
                <a:gd name="T49" fmla="*/ 315 h 350"/>
                <a:gd name="T50" fmla="*/ 472 w 614"/>
                <a:gd name="T51" fmla="*/ 204 h 350"/>
                <a:gd name="T52" fmla="*/ 472 w 614"/>
                <a:gd name="T53" fmla="*/ 204 h 350"/>
                <a:gd name="T54" fmla="*/ 422 w 614"/>
                <a:gd name="T55" fmla="*/ 204 h 350"/>
                <a:gd name="T56" fmla="*/ 422 w 614"/>
                <a:gd name="T57" fmla="*/ 204 h 350"/>
                <a:gd name="T58" fmla="*/ 444 w 614"/>
                <a:gd name="T59" fmla="*/ 127 h 350"/>
                <a:gd name="T60" fmla="*/ 444 w 614"/>
                <a:gd name="T61" fmla="*/ 127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14" h="350">
                  <a:moveTo>
                    <a:pt x="320" y="204"/>
                  </a:moveTo>
                  <a:lnTo>
                    <a:pt x="440" y="2"/>
                  </a:lnTo>
                  <a:lnTo>
                    <a:pt x="440" y="0"/>
                  </a:lnTo>
                  <a:lnTo>
                    <a:pt x="440" y="0"/>
                  </a:lnTo>
                  <a:lnTo>
                    <a:pt x="562" y="205"/>
                  </a:lnTo>
                  <a:lnTo>
                    <a:pt x="510" y="205"/>
                  </a:lnTo>
                  <a:lnTo>
                    <a:pt x="510" y="205"/>
                  </a:lnTo>
                  <a:lnTo>
                    <a:pt x="510" y="311"/>
                  </a:lnTo>
                  <a:lnTo>
                    <a:pt x="614" y="311"/>
                  </a:lnTo>
                  <a:lnTo>
                    <a:pt x="614" y="350"/>
                  </a:lnTo>
                  <a:lnTo>
                    <a:pt x="0" y="350"/>
                  </a:lnTo>
                  <a:lnTo>
                    <a:pt x="0" y="311"/>
                  </a:lnTo>
                  <a:lnTo>
                    <a:pt x="101" y="311"/>
                  </a:lnTo>
                  <a:lnTo>
                    <a:pt x="101" y="205"/>
                  </a:lnTo>
                  <a:lnTo>
                    <a:pt x="314" y="205"/>
                  </a:lnTo>
                  <a:lnTo>
                    <a:pt x="314" y="205"/>
                  </a:lnTo>
                  <a:lnTo>
                    <a:pt x="320" y="205"/>
                  </a:lnTo>
                  <a:lnTo>
                    <a:pt x="320" y="204"/>
                  </a:lnTo>
                  <a:close/>
                  <a:moveTo>
                    <a:pt x="444" y="127"/>
                  </a:moveTo>
                  <a:lnTo>
                    <a:pt x="440" y="127"/>
                  </a:lnTo>
                  <a:lnTo>
                    <a:pt x="440" y="127"/>
                  </a:lnTo>
                  <a:lnTo>
                    <a:pt x="352" y="238"/>
                  </a:lnTo>
                  <a:lnTo>
                    <a:pt x="402" y="238"/>
                  </a:lnTo>
                  <a:lnTo>
                    <a:pt x="380" y="315"/>
                  </a:lnTo>
                  <a:lnTo>
                    <a:pt x="384" y="315"/>
                  </a:lnTo>
                  <a:lnTo>
                    <a:pt x="472" y="204"/>
                  </a:lnTo>
                  <a:lnTo>
                    <a:pt x="472" y="204"/>
                  </a:lnTo>
                  <a:lnTo>
                    <a:pt x="422" y="204"/>
                  </a:lnTo>
                  <a:lnTo>
                    <a:pt x="422" y="204"/>
                  </a:lnTo>
                  <a:lnTo>
                    <a:pt x="444" y="127"/>
                  </a:lnTo>
                  <a:lnTo>
                    <a:pt x="444" y="1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280">
              <a:extLst>
                <a:ext uri="{FF2B5EF4-FFF2-40B4-BE49-F238E27FC236}">
                  <a16:creationId xmlns:a16="http://schemas.microsoft.com/office/drawing/2014/main" id="{1FBE7058-F9A6-DA4C-2B66-C566B3CD0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2273"/>
              <a:ext cx="49" cy="26"/>
            </a:xfrm>
            <a:custGeom>
              <a:avLst/>
              <a:gdLst>
                <a:gd name="T0" fmla="*/ 65 w 98"/>
                <a:gd name="T1" fmla="*/ 52 h 52"/>
                <a:gd name="T2" fmla="*/ 0 w 98"/>
                <a:gd name="T3" fmla="*/ 52 h 52"/>
                <a:gd name="T4" fmla="*/ 30 w 98"/>
                <a:gd name="T5" fmla="*/ 0 h 52"/>
                <a:gd name="T6" fmla="*/ 98 w 98"/>
                <a:gd name="T7" fmla="*/ 0 h 52"/>
                <a:gd name="T8" fmla="*/ 65 w 9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65" y="52"/>
                  </a:moveTo>
                  <a:lnTo>
                    <a:pt x="0" y="52"/>
                  </a:lnTo>
                  <a:lnTo>
                    <a:pt x="30" y="0"/>
                  </a:lnTo>
                  <a:lnTo>
                    <a:pt x="98" y="0"/>
                  </a:lnTo>
                  <a:lnTo>
                    <a:pt x="6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281">
              <a:extLst>
                <a:ext uri="{FF2B5EF4-FFF2-40B4-BE49-F238E27FC236}">
                  <a16:creationId xmlns:a16="http://schemas.microsoft.com/office/drawing/2014/main" id="{96FD1088-23EC-C273-1A92-404F34DDD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" y="2273"/>
              <a:ext cx="49" cy="26"/>
            </a:xfrm>
            <a:custGeom>
              <a:avLst/>
              <a:gdLst>
                <a:gd name="T0" fmla="*/ 0 w 98"/>
                <a:gd name="T1" fmla="*/ 52 h 52"/>
                <a:gd name="T2" fmla="*/ 31 w 98"/>
                <a:gd name="T3" fmla="*/ 0 h 52"/>
                <a:gd name="T4" fmla="*/ 98 w 98"/>
                <a:gd name="T5" fmla="*/ 0 h 52"/>
                <a:gd name="T6" fmla="*/ 67 w 98"/>
                <a:gd name="T7" fmla="*/ 52 h 52"/>
                <a:gd name="T8" fmla="*/ 0 w 9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0" y="52"/>
                  </a:moveTo>
                  <a:lnTo>
                    <a:pt x="31" y="0"/>
                  </a:lnTo>
                  <a:lnTo>
                    <a:pt x="98" y="0"/>
                  </a:lnTo>
                  <a:lnTo>
                    <a:pt x="67" y="52"/>
                  </a:lnTo>
                  <a:lnTo>
                    <a:pt x="0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282">
              <a:extLst>
                <a:ext uri="{FF2B5EF4-FFF2-40B4-BE49-F238E27FC236}">
                  <a16:creationId xmlns:a16="http://schemas.microsoft.com/office/drawing/2014/main" id="{B141942E-6AE3-AA5E-1FFD-CA4443431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2273"/>
              <a:ext cx="49" cy="26"/>
            </a:xfrm>
            <a:custGeom>
              <a:avLst/>
              <a:gdLst>
                <a:gd name="T0" fmla="*/ 68 w 99"/>
                <a:gd name="T1" fmla="*/ 52 h 52"/>
                <a:gd name="T2" fmla="*/ 0 w 99"/>
                <a:gd name="T3" fmla="*/ 52 h 52"/>
                <a:gd name="T4" fmla="*/ 31 w 99"/>
                <a:gd name="T5" fmla="*/ 0 h 52"/>
                <a:gd name="T6" fmla="*/ 99 w 99"/>
                <a:gd name="T7" fmla="*/ 0 h 52"/>
                <a:gd name="T8" fmla="*/ 68 w 99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52">
                  <a:moveTo>
                    <a:pt x="68" y="52"/>
                  </a:moveTo>
                  <a:lnTo>
                    <a:pt x="0" y="52"/>
                  </a:lnTo>
                  <a:lnTo>
                    <a:pt x="31" y="0"/>
                  </a:lnTo>
                  <a:lnTo>
                    <a:pt x="99" y="0"/>
                  </a:lnTo>
                  <a:lnTo>
                    <a:pt x="68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283">
              <a:extLst>
                <a:ext uri="{FF2B5EF4-FFF2-40B4-BE49-F238E27FC236}">
                  <a16:creationId xmlns:a16="http://schemas.microsoft.com/office/drawing/2014/main" id="{02E8DBF5-2637-E917-352D-40C41AAEA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2238"/>
              <a:ext cx="49" cy="26"/>
            </a:xfrm>
            <a:custGeom>
              <a:avLst/>
              <a:gdLst>
                <a:gd name="T0" fmla="*/ 30 w 98"/>
                <a:gd name="T1" fmla="*/ 0 h 52"/>
                <a:gd name="T2" fmla="*/ 98 w 98"/>
                <a:gd name="T3" fmla="*/ 0 h 52"/>
                <a:gd name="T4" fmla="*/ 67 w 98"/>
                <a:gd name="T5" fmla="*/ 52 h 52"/>
                <a:gd name="T6" fmla="*/ 0 w 98"/>
                <a:gd name="T7" fmla="*/ 52 h 52"/>
                <a:gd name="T8" fmla="*/ 30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30" y="0"/>
                  </a:moveTo>
                  <a:lnTo>
                    <a:pt x="98" y="0"/>
                  </a:lnTo>
                  <a:lnTo>
                    <a:pt x="67" y="52"/>
                  </a:lnTo>
                  <a:lnTo>
                    <a:pt x="0" y="52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284">
              <a:extLst>
                <a:ext uri="{FF2B5EF4-FFF2-40B4-BE49-F238E27FC236}">
                  <a16:creationId xmlns:a16="http://schemas.microsoft.com/office/drawing/2014/main" id="{39644A6C-92FF-CF5A-C194-20B111EE3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2238"/>
              <a:ext cx="49" cy="26"/>
            </a:xfrm>
            <a:custGeom>
              <a:avLst/>
              <a:gdLst>
                <a:gd name="T0" fmla="*/ 98 w 98"/>
                <a:gd name="T1" fmla="*/ 0 h 52"/>
                <a:gd name="T2" fmla="*/ 67 w 98"/>
                <a:gd name="T3" fmla="*/ 52 h 52"/>
                <a:gd name="T4" fmla="*/ 0 w 98"/>
                <a:gd name="T5" fmla="*/ 52 h 52"/>
                <a:gd name="T6" fmla="*/ 31 w 98"/>
                <a:gd name="T7" fmla="*/ 0 h 52"/>
                <a:gd name="T8" fmla="*/ 98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98" y="0"/>
                  </a:moveTo>
                  <a:lnTo>
                    <a:pt x="67" y="52"/>
                  </a:lnTo>
                  <a:lnTo>
                    <a:pt x="0" y="52"/>
                  </a:lnTo>
                  <a:lnTo>
                    <a:pt x="31" y="0"/>
                  </a:lnTo>
                  <a:lnTo>
                    <a:pt x="9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285">
              <a:extLst>
                <a:ext uri="{FF2B5EF4-FFF2-40B4-BE49-F238E27FC236}">
                  <a16:creationId xmlns:a16="http://schemas.microsoft.com/office/drawing/2014/main" id="{D844202C-8C3E-5779-4AD9-67B653A02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2238"/>
              <a:ext cx="49" cy="26"/>
            </a:xfrm>
            <a:custGeom>
              <a:avLst/>
              <a:gdLst>
                <a:gd name="T0" fmla="*/ 30 w 98"/>
                <a:gd name="T1" fmla="*/ 0 h 52"/>
                <a:gd name="T2" fmla="*/ 98 w 98"/>
                <a:gd name="T3" fmla="*/ 0 h 52"/>
                <a:gd name="T4" fmla="*/ 65 w 98"/>
                <a:gd name="T5" fmla="*/ 52 h 52"/>
                <a:gd name="T6" fmla="*/ 0 w 98"/>
                <a:gd name="T7" fmla="*/ 52 h 52"/>
                <a:gd name="T8" fmla="*/ 30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30" y="0"/>
                  </a:moveTo>
                  <a:lnTo>
                    <a:pt x="98" y="0"/>
                  </a:lnTo>
                  <a:lnTo>
                    <a:pt x="65" y="52"/>
                  </a:lnTo>
                  <a:lnTo>
                    <a:pt x="0" y="52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286">
              <a:extLst>
                <a:ext uri="{FF2B5EF4-FFF2-40B4-BE49-F238E27FC236}">
                  <a16:creationId xmlns:a16="http://schemas.microsoft.com/office/drawing/2014/main" id="{94012365-E249-956F-A72F-6BA583A90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" y="2202"/>
              <a:ext cx="49" cy="26"/>
            </a:xfrm>
            <a:custGeom>
              <a:avLst/>
              <a:gdLst>
                <a:gd name="T0" fmla="*/ 98 w 98"/>
                <a:gd name="T1" fmla="*/ 0 h 52"/>
                <a:gd name="T2" fmla="*/ 66 w 98"/>
                <a:gd name="T3" fmla="*/ 52 h 52"/>
                <a:gd name="T4" fmla="*/ 0 w 98"/>
                <a:gd name="T5" fmla="*/ 52 h 52"/>
                <a:gd name="T6" fmla="*/ 30 w 98"/>
                <a:gd name="T7" fmla="*/ 0 h 52"/>
                <a:gd name="T8" fmla="*/ 98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98" y="0"/>
                  </a:moveTo>
                  <a:lnTo>
                    <a:pt x="66" y="52"/>
                  </a:lnTo>
                  <a:lnTo>
                    <a:pt x="0" y="52"/>
                  </a:lnTo>
                  <a:lnTo>
                    <a:pt x="30" y="0"/>
                  </a:lnTo>
                  <a:lnTo>
                    <a:pt x="9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287">
              <a:extLst>
                <a:ext uri="{FF2B5EF4-FFF2-40B4-BE49-F238E27FC236}">
                  <a16:creationId xmlns:a16="http://schemas.microsoft.com/office/drawing/2014/main" id="{FF4F52DA-13DF-EBFA-6DB2-D52A1C03C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2202"/>
              <a:ext cx="50" cy="26"/>
            </a:xfrm>
            <a:custGeom>
              <a:avLst/>
              <a:gdLst>
                <a:gd name="T0" fmla="*/ 67 w 98"/>
                <a:gd name="T1" fmla="*/ 52 h 52"/>
                <a:gd name="T2" fmla="*/ 0 w 98"/>
                <a:gd name="T3" fmla="*/ 52 h 52"/>
                <a:gd name="T4" fmla="*/ 31 w 98"/>
                <a:gd name="T5" fmla="*/ 0 h 52"/>
                <a:gd name="T6" fmla="*/ 98 w 98"/>
                <a:gd name="T7" fmla="*/ 0 h 52"/>
                <a:gd name="T8" fmla="*/ 67 w 9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67" y="52"/>
                  </a:moveTo>
                  <a:lnTo>
                    <a:pt x="0" y="52"/>
                  </a:lnTo>
                  <a:lnTo>
                    <a:pt x="31" y="0"/>
                  </a:lnTo>
                  <a:lnTo>
                    <a:pt x="98" y="0"/>
                  </a:lnTo>
                  <a:lnTo>
                    <a:pt x="67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288">
              <a:extLst>
                <a:ext uri="{FF2B5EF4-FFF2-40B4-BE49-F238E27FC236}">
                  <a16:creationId xmlns:a16="http://schemas.microsoft.com/office/drawing/2014/main" id="{FF91124D-64A7-E5C3-44AB-1B6B44EEF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" y="2202"/>
              <a:ext cx="49" cy="26"/>
            </a:xfrm>
            <a:custGeom>
              <a:avLst/>
              <a:gdLst>
                <a:gd name="T0" fmla="*/ 30 w 98"/>
                <a:gd name="T1" fmla="*/ 0 h 52"/>
                <a:gd name="T2" fmla="*/ 98 w 98"/>
                <a:gd name="T3" fmla="*/ 0 h 52"/>
                <a:gd name="T4" fmla="*/ 67 w 98"/>
                <a:gd name="T5" fmla="*/ 52 h 52"/>
                <a:gd name="T6" fmla="*/ 0 w 98"/>
                <a:gd name="T7" fmla="*/ 52 h 52"/>
                <a:gd name="T8" fmla="*/ 30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30" y="0"/>
                  </a:moveTo>
                  <a:lnTo>
                    <a:pt x="98" y="0"/>
                  </a:lnTo>
                  <a:lnTo>
                    <a:pt x="67" y="52"/>
                  </a:lnTo>
                  <a:lnTo>
                    <a:pt x="0" y="52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289">
              <a:extLst>
                <a:ext uri="{FF2B5EF4-FFF2-40B4-BE49-F238E27FC236}">
                  <a16:creationId xmlns:a16="http://schemas.microsoft.com/office/drawing/2014/main" id="{BE483CFF-141E-DE0F-0CE8-E7B55AA23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2096"/>
              <a:ext cx="225" cy="126"/>
            </a:xfrm>
            <a:custGeom>
              <a:avLst/>
              <a:gdLst>
                <a:gd name="T0" fmla="*/ 297 w 452"/>
                <a:gd name="T1" fmla="*/ 159 h 253"/>
                <a:gd name="T2" fmla="*/ 297 w 452"/>
                <a:gd name="T3" fmla="*/ 159 h 253"/>
                <a:gd name="T4" fmla="*/ 290 w 452"/>
                <a:gd name="T5" fmla="*/ 150 h 253"/>
                <a:gd name="T6" fmla="*/ 290 w 452"/>
                <a:gd name="T7" fmla="*/ 150 h 253"/>
                <a:gd name="T8" fmla="*/ 283 w 452"/>
                <a:gd name="T9" fmla="*/ 145 h 253"/>
                <a:gd name="T10" fmla="*/ 276 w 452"/>
                <a:gd name="T11" fmla="*/ 139 h 253"/>
                <a:gd name="T12" fmla="*/ 268 w 452"/>
                <a:gd name="T13" fmla="*/ 135 h 253"/>
                <a:gd name="T14" fmla="*/ 261 w 452"/>
                <a:gd name="T15" fmla="*/ 131 h 253"/>
                <a:gd name="T16" fmla="*/ 253 w 452"/>
                <a:gd name="T17" fmla="*/ 128 h 253"/>
                <a:gd name="T18" fmla="*/ 244 w 452"/>
                <a:gd name="T19" fmla="*/ 126 h 253"/>
                <a:gd name="T20" fmla="*/ 236 w 452"/>
                <a:gd name="T21" fmla="*/ 125 h 253"/>
                <a:gd name="T22" fmla="*/ 226 w 452"/>
                <a:gd name="T23" fmla="*/ 124 h 253"/>
                <a:gd name="T24" fmla="*/ 226 w 452"/>
                <a:gd name="T25" fmla="*/ 124 h 253"/>
                <a:gd name="T26" fmla="*/ 213 w 452"/>
                <a:gd name="T27" fmla="*/ 125 h 253"/>
                <a:gd name="T28" fmla="*/ 201 w 452"/>
                <a:gd name="T29" fmla="*/ 128 h 253"/>
                <a:gd name="T30" fmla="*/ 188 w 452"/>
                <a:gd name="T31" fmla="*/ 132 h 253"/>
                <a:gd name="T32" fmla="*/ 178 w 452"/>
                <a:gd name="T33" fmla="*/ 138 h 253"/>
                <a:gd name="T34" fmla="*/ 178 w 452"/>
                <a:gd name="T35" fmla="*/ 138 h 253"/>
                <a:gd name="T36" fmla="*/ 170 w 452"/>
                <a:gd name="T37" fmla="*/ 143 h 253"/>
                <a:gd name="T38" fmla="*/ 163 w 452"/>
                <a:gd name="T39" fmla="*/ 150 h 253"/>
                <a:gd name="T40" fmla="*/ 163 w 452"/>
                <a:gd name="T41" fmla="*/ 150 h 253"/>
                <a:gd name="T42" fmla="*/ 155 w 452"/>
                <a:gd name="T43" fmla="*/ 160 h 253"/>
                <a:gd name="T44" fmla="*/ 147 w 452"/>
                <a:gd name="T45" fmla="*/ 170 h 253"/>
                <a:gd name="T46" fmla="*/ 142 w 452"/>
                <a:gd name="T47" fmla="*/ 181 h 253"/>
                <a:gd name="T48" fmla="*/ 138 w 452"/>
                <a:gd name="T49" fmla="*/ 194 h 253"/>
                <a:gd name="T50" fmla="*/ 138 w 452"/>
                <a:gd name="T51" fmla="*/ 194 h 253"/>
                <a:gd name="T52" fmla="*/ 87 w 452"/>
                <a:gd name="T53" fmla="*/ 194 h 253"/>
                <a:gd name="T54" fmla="*/ 87 w 452"/>
                <a:gd name="T55" fmla="*/ 194 h 253"/>
                <a:gd name="T56" fmla="*/ 52 w 452"/>
                <a:gd name="T57" fmla="*/ 253 h 253"/>
                <a:gd name="T58" fmla="*/ 52 w 452"/>
                <a:gd name="T59" fmla="*/ 253 h 253"/>
                <a:gd name="T60" fmla="*/ 0 w 452"/>
                <a:gd name="T61" fmla="*/ 213 h 253"/>
                <a:gd name="T62" fmla="*/ 70 w 452"/>
                <a:gd name="T63" fmla="*/ 163 h 253"/>
                <a:gd name="T64" fmla="*/ 44 w 452"/>
                <a:gd name="T65" fmla="*/ 81 h 253"/>
                <a:gd name="T66" fmla="*/ 129 w 452"/>
                <a:gd name="T67" fmla="*/ 81 h 253"/>
                <a:gd name="T68" fmla="*/ 156 w 452"/>
                <a:gd name="T69" fmla="*/ 0 h 253"/>
                <a:gd name="T70" fmla="*/ 226 w 452"/>
                <a:gd name="T71" fmla="*/ 51 h 253"/>
                <a:gd name="T72" fmla="*/ 296 w 452"/>
                <a:gd name="T73" fmla="*/ 0 h 253"/>
                <a:gd name="T74" fmla="*/ 323 w 452"/>
                <a:gd name="T75" fmla="*/ 81 h 253"/>
                <a:gd name="T76" fmla="*/ 408 w 452"/>
                <a:gd name="T77" fmla="*/ 81 h 253"/>
                <a:gd name="T78" fmla="*/ 382 w 452"/>
                <a:gd name="T79" fmla="*/ 163 h 253"/>
                <a:gd name="T80" fmla="*/ 452 w 452"/>
                <a:gd name="T81" fmla="*/ 213 h 253"/>
                <a:gd name="T82" fmla="*/ 400 w 452"/>
                <a:gd name="T83" fmla="*/ 253 h 253"/>
                <a:gd name="T84" fmla="*/ 400 w 452"/>
                <a:gd name="T85" fmla="*/ 253 h 253"/>
                <a:gd name="T86" fmla="*/ 365 w 452"/>
                <a:gd name="T87" fmla="*/ 194 h 253"/>
                <a:gd name="T88" fmla="*/ 365 w 452"/>
                <a:gd name="T89" fmla="*/ 194 h 253"/>
                <a:gd name="T90" fmla="*/ 314 w 452"/>
                <a:gd name="T91" fmla="*/ 194 h 253"/>
                <a:gd name="T92" fmla="*/ 314 w 452"/>
                <a:gd name="T93" fmla="*/ 194 h 253"/>
                <a:gd name="T94" fmla="*/ 312 w 452"/>
                <a:gd name="T95" fmla="*/ 184 h 253"/>
                <a:gd name="T96" fmla="*/ 307 w 452"/>
                <a:gd name="T97" fmla="*/ 175 h 253"/>
                <a:gd name="T98" fmla="*/ 303 w 452"/>
                <a:gd name="T99" fmla="*/ 167 h 253"/>
                <a:gd name="T100" fmla="*/ 297 w 452"/>
                <a:gd name="T101" fmla="*/ 159 h 253"/>
                <a:gd name="T102" fmla="*/ 297 w 452"/>
                <a:gd name="T103" fmla="*/ 159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52" h="253">
                  <a:moveTo>
                    <a:pt x="297" y="159"/>
                  </a:moveTo>
                  <a:lnTo>
                    <a:pt x="297" y="159"/>
                  </a:lnTo>
                  <a:lnTo>
                    <a:pt x="290" y="150"/>
                  </a:lnTo>
                  <a:lnTo>
                    <a:pt x="290" y="150"/>
                  </a:lnTo>
                  <a:lnTo>
                    <a:pt x="283" y="145"/>
                  </a:lnTo>
                  <a:lnTo>
                    <a:pt x="276" y="139"/>
                  </a:lnTo>
                  <a:lnTo>
                    <a:pt x="268" y="135"/>
                  </a:lnTo>
                  <a:lnTo>
                    <a:pt x="261" y="131"/>
                  </a:lnTo>
                  <a:lnTo>
                    <a:pt x="253" y="128"/>
                  </a:lnTo>
                  <a:lnTo>
                    <a:pt x="244" y="126"/>
                  </a:lnTo>
                  <a:lnTo>
                    <a:pt x="236" y="125"/>
                  </a:lnTo>
                  <a:lnTo>
                    <a:pt x="226" y="124"/>
                  </a:lnTo>
                  <a:lnTo>
                    <a:pt x="226" y="124"/>
                  </a:lnTo>
                  <a:lnTo>
                    <a:pt x="213" y="125"/>
                  </a:lnTo>
                  <a:lnTo>
                    <a:pt x="201" y="128"/>
                  </a:lnTo>
                  <a:lnTo>
                    <a:pt x="188" y="132"/>
                  </a:lnTo>
                  <a:lnTo>
                    <a:pt x="178" y="138"/>
                  </a:lnTo>
                  <a:lnTo>
                    <a:pt x="178" y="138"/>
                  </a:lnTo>
                  <a:lnTo>
                    <a:pt x="170" y="143"/>
                  </a:lnTo>
                  <a:lnTo>
                    <a:pt x="163" y="150"/>
                  </a:lnTo>
                  <a:lnTo>
                    <a:pt x="163" y="150"/>
                  </a:lnTo>
                  <a:lnTo>
                    <a:pt x="155" y="160"/>
                  </a:lnTo>
                  <a:lnTo>
                    <a:pt x="147" y="170"/>
                  </a:lnTo>
                  <a:lnTo>
                    <a:pt x="142" y="181"/>
                  </a:lnTo>
                  <a:lnTo>
                    <a:pt x="138" y="194"/>
                  </a:lnTo>
                  <a:lnTo>
                    <a:pt x="138" y="194"/>
                  </a:lnTo>
                  <a:lnTo>
                    <a:pt x="87" y="194"/>
                  </a:lnTo>
                  <a:lnTo>
                    <a:pt x="87" y="194"/>
                  </a:lnTo>
                  <a:lnTo>
                    <a:pt x="52" y="253"/>
                  </a:lnTo>
                  <a:lnTo>
                    <a:pt x="52" y="253"/>
                  </a:lnTo>
                  <a:lnTo>
                    <a:pt x="0" y="213"/>
                  </a:lnTo>
                  <a:lnTo>
                    <a:pt x="70" y="163"/>
                  </a:lnTo>
                  <a:lnTo>
                    <a:pt x="44" y="81"/>
                  </a:lnTo>
                  <a:lnTo>
                    <a:pt x="129" y="81"/>
                  </a:lnTo>
                  <a:lnTo>
                    <a:pt x="156" y="0"/>
                  </a:lnTo>
                  <a:lnTo>
                    <a:pt x="226" y="51"/>
                  </a:lnTo>
                  <a:lnTo>
                    <a:pt x="296" y="0"/>
                  </a:lnTo>
                  <a:lnTo>
                    <a:pt x="323" y="81"/>
                  </a:lnTo>
                  <a:lnTo>
                    <a:pt x="408" y="81"/>
                  </a:lnTo>
                  <a:lnTo>
                    <a:pt x="382" y="163"/>
                  </a:lnTo>
                  <a:lnTo>
                    <a:pt x="452" y="213"/>
                  </a:lnTo>
                  <a:lnTo>
                    <a:pt x="400" y="253"/>
                  </a:lnTo>
                  <a:lnTo>
                    <a:pt x="400" y="253"/>
                  </a:lnTo>
                  <a:lnTo>
                    <a:pt x="365" y="194"/>
                  </a:lnTo>
                  <a:lnTo>
                    <a:pt x="365" y="194"/>
                  </a:lnTo>
                  <a:lnTo>
                    <a:pt x="314" y="194"/>
                  </a:lnTo>
                  <a:lnTo>
                    <a:pt x="314" y="194"/>
                  </a:lnTo>
                  <a:lnTo>
                    <a:pt x="312" y="184"/>
                  </a:lnTo>
                  <a:lnTo>
                    <a:pt x="307" y="175"/>
                  </a:lnTo>
                  <a:lnTo>
                    <a:pt x="303" y="167"/>
                  </a:lnTo>
                  <a:lnTo>
                    <a:pt x="297" y="159"/>
                  </a:lnTo>
                  <a:lnTo>
                    <a:pt x="297" y="1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4495CB5C-C6E2-1485-F7C0-037B23A3E3B6}"/>
              </a:ext>
            </a:extLst>
          </p:cNvPr>
          <p:cNvSpPr txBox="1"/>
          <p:nvPr/>
        </p:nvSpPr>
        <p:spPr>
          <a:xfrm>
            <a:off x="7995917" y="4114662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GFL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355724A-B58A-7321-6D2E-F22CCCEC4164}"/>
              </a:ext>
            </a:extLst>
          </p:cNvPr>
          <p:cNvSpPr txBox="1"/>
          <p:nvPr/>
        </p:nvSpPr>
        <p:spPr>
          <a:xfrm>
            <a:off x="2611994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01A87CD-CA87-B068-DB5F-27BF0BA2D1E5}"/>
              </a:ext>
            </a:extLst>
          </p:cNvPr>
          <p:cNvSpPr txBox="1"/>
          <p:nvPr/>
        </p:nvSpPr>
        <p:spPr>
          <a:xfrm>
            <a:off x="4012215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C191FC-BB60-F449-7B98-35B0AD596936}"/>
              </a:ext>
            </a:extLst>
          </p:cNvPr>
          <p:cNvSpPr txBox="1"/>
          <p:nvPr/>
        </p:nvSpPr>
        <p:spPr>
          <a:xfrm>
            <a:off x="4918565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C6656FB-F29E-6BDB-9C3C-053CD3FE2FFF}"/>
              </a:ext>
            </a:extLst>
          </p:cNvPr>
          <p:cNvSpPr txBox="1"/>
          <p:nvPr/>
        </p:nvSpPr>
        <p:spPr>
          <a:xfrm>
            <a:off x="7497969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D2B0D4B-578D-D0AF-98BA-2AD5980B92BE}"/>
              </a:ext>
            </a:extLst>
          </p:cNvPr>
          <p:cNvSpPr txBox="1"/>
          <p:nvPr/>
        </p:nvSpPr>
        <p:spPr>
          <a:xfrm>
            <a:off x="6203107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D968DD0-2B2D-9FF6-0B7C-D596A28BC325}"/>
              </a:ext>
            </a:extLst>
          </p:cNvPr>
          <p:cNvSpPr txBox="1"/>
          <p:nvPr/>
        </p:nvSpPr>
        <p:spPr>
          <a:xfrm>
            <a:off x="8812195" y="2429150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48F2EC0-533C-1840-B9EA-633096272ED4}"/>
              </a:ext>
            </a:extLst>
          </p:cNvPr>
          <p:cNvSpPr txBox="1"/>
          <p:nvPr/>
        </p:nvSpPr>
        <p:spPr>
          <a:xfrm>
            <a:off x="6329046" y="3983442"/>
            <a:ext cx="64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</a:t>
            </a:r>
          </a:p>
          <a:p>
            <a:r>
              <a:rPr lang="en-US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75F5293-413A-AE95-EACC-341E2D0EE66E}"/>
              </a:ext>
            </a:extLst>
          </p:cNvPr>
          <p:cNvSpPr txBox="1"/>
          <p:nvPr/>
        </p:nvSpPr>
        <p:spPr>
          <a:xfrm>
            <a:off x="9831228" y="2839450"/>
            <a:ext cx="64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</a:t>
            </a:r>
          </a:p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25091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176E276-EE46-AC20-0074-893BC1749FD5}"/>
              </a:ext>
            </a:extLst>
          </p:cNvPr>
          <p:cNvSpPr/>
          <p:nvPr/>
        </p:nvSpPr>
        <p:spPr>
          <a:xfrm>
            <a:off x="1414272" y="2905760"/>
            <a:ext cx="576072" cy="54864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FCA14A-B7BF-53B1-FFD9-BFF6FB7F546D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1990344" y="3180080"/>
            <a:ext cx="77825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592CF3-0804-F9CB-1E73-4F68664E01BB}"/>
              </a:ext>
            </a:extLst>
          </p:cNvPr>
          <p:cNvCxnSpPr>
            <a:cxnSpLocks/>
          </p:cNvCxnSpPr>
          <p:nvPr/>
        </p:nvCxnSpPr>
        <p:spPr>
          <a:xfrm>
            <a:off x="2768600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BEAA00-9175-0310-BA7F-DB110886CCD9}"/>
              </a:ext>
            </a:extLst>
          </p:cNvPr>
          <p:cNvCxnSpPr>
            <a:cxnSpLocks/>
          </p:cNvCxnSpPr>
          <p:nvPr/>
        </p:nvCxnSpPr>
        <p:spPr>
          <a:xfrm>
            <a:off x="2768600" y="3180080"/>
            <a:ext cx="176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064DC5-1C18-EAE7-63CD-638B956D21A8}"/>
              </a:ext>
            </a:extLst>
          </p:cNvPr>
          <p:cNvCxnSpPr>
            <a:cxnSpLocks/>
          </p:cNvCxnSpPr>
          <p:nvPr/>
        </p:nvCxnSpPr>
        <p:spPr>
          <a:xfrm>
            <a:off x="4152900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694D21D-C655-95C7-3EB4-9CB34B4604CA}"/>
              </a:ext>
            </a:extLst>
          </p:cNvPr>
          <p:cNvGrpSpPr/>
          <p:nvPr/>
        </p:nvGrpSpPr>
        <p:grpSpPr>
          <a:xfrm>
            <a:off x="4457383" y="2888296"/>
            <a:ext cx="147001" cy="605663"/>
            <a:chOff x="4457383" y="2888296"/>
            <a:chExt cx="147001" cy="60566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0968555-E735-637F-8887-A9ED3ECCED5F}"/>
                </a:ext>
              </a:extLst>
            </p:cNvPr>
            <p:cNvSpPr/>
            <p:nvPr/>
          </p:nvSpPr>
          <p:spPr>
            <a:xfrm>
              <a:off x="4465320" y="3042920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E55283F-B395-C503-6EE8-E0D53C3CC568}"/>
                </a:ext>
              </a:extLst>
            </p:cNvPr>
            <p:cNvSpPr/>
            <p:nvPr/>
          </p:nvSpPr>
          <p:spPr>
            <a:xfrm>
              <a:off x="4465320" y="2905759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571B82C-5169-EB80-6DBC-0DF97F0A43FA}"/>
                </a:ext>
              </a:extLst>
            </p:cNvPr>
            <p:cNvSpPr/>
            <p:nvPr/>
          </p:nvSpPr>
          <p:spPr>
            <a:xfrm>
              <a:off x="4467224" y="3329304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0191229-C09A-EC53-96D7-AD0693DA67D3}"/>
                </a:ext>
              </a:extLst>
            </p:cNvPr>
            <p:cNvSpPr/>
            <p:nvPr/>
          </p:nvSpPr>
          <p:spPr>
            <a:xfrm>
              <a:off x="4467224" y="3192143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8CEBF7-5C60-8AB6-A070-827F31618D55}"/>
                </a:ext>
              </a:extLst>
            </p:cNvPr>
            <p:cNvSpPr/>
            <p:nvPr/>
          </p:nvSpPr>
          <p:spPr>
            <a:xfrm>
              <a:off x="4457383" y="2888296"/>
              <a:ext cx="73152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F5CBC22-FDD8-5110-E8AE-656561F553A3}"/>
                </a:ext>
              </a:extLst>
            </p:cNvPr>
            <p:cNvSpPr/>
            <p:nvPr/>
          </p:nvSpPr>
          <p:spPr>
            <a:xfrm>
              <a:off x="4460558" y="3201351"/>
              <a:ext cx="67624" cy="292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16E3A2C-C405-F688-28B6-8426645FF4F6}"/>
              </a:ext>
            </a:extLst>
          </p:cNvPr>
          <p:cNvGrpSpPr/>
          <p:nvPr/>
        </p:nvGrpSpPr>
        <p:grpSpPr>
          <a:xfrm>
            <a:off x="4666774" y="2897821"/>
            <a:ext cx="158498" cy="592963"/>
            <a:chOff x="4666774" y="2897821"/>
            <a:chExt cx="158498" cy="592963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7B0CCCC-F46B-0394-4DC5-37C78E7B24EC}"/>
                </a:ext>
              </a:extLst>
            </p:cNvPr>
            <p:cNvSpPr/>
            <p:nvPr/>
          </p:nvSpPr>
          <p:spPr>
            <a:xfrm flipH="1">
              <a:off x="4668678" y="3042920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E77BB96-43AF-984E-1047-954B6B315E26}"/>
                </a:ext>
              </a:extLst>
            </p:cNvPr>
            <p:cNvSpPr/>
            <p:nvPr/>
          </p:nvSpPr>
          <p:spPr>
            <a:xfrm flipH="1">
              <a:off x="4668678" y="2905759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A35357B-24C8-ED27-76BC-21BD33922C6F}"/>
                </a:ext>
              </a:extLst>
            </p:cNvPr>
            <p:cNvSpPr/>
            <p:nvPr/>
          </p:nvSpPr>
          <p:spPr>
            <a:xfrm flipH="1">
              <a:off x="4666774" y="3329304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9CC6FA-7C7F-984C-1069-AA50BF7C3F9A}"/>
                </a:ext>
              </a:extLst>
            </p:cNvPr>
            <p:cNvSpPr/>
            <p:nvPr/>
          </p:nvSpPr>
          <p:spPr>
            <a:xfrm flipH="1">
              <a:off x="4666774" y="3192143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325B3A0-80B3-BC4C-CD94-F1BEDC00E2ED}"/>
                </a:ext>
              </a:extLst>
            </p:cNvPr>
            <p:cNvSpPr/>
            <p:nvPr/>
          </p:nvSpPr>
          <p:spPr>
            <a:xfrm flipH="1">
              <a:off x="4742976" y="2897821"/>
              <a:ext cx="82296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0FB2E48-4969-2E5E-F8F1-FA8643181981}"/>
                </a:ext>
              </a:extLst>
            </p:cNvPr>
            <p:cNvSpPr/>
            <p:nvPr/>
          </p:nvSpPr>
          <p:spPr>
            <a:xfrm flipH="1">
              <a:off x="4742976" y="3198176"/>
              <a:ext cx="67624" cy="292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8DBF106-3B30-FBB3-0CD5-C467D4D0C80C}"/>
              </a:ext>
            </a:extLst>
          </p:cNvPr>
          <p:cNvCxnSpPr>
            <a:cxnSpLocks/>
          </p:cNvCxnSpPr>
          <p:nvPr/>
        </p:nvCxnSpPr>
        <p:spPr>
          <a:xfrm>
            <a:off x="4735354" y="3181347"/>
            <a:ext cx="4837271" cy="2000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391A686-52A7-9763-CF01-A8B8EA079528}"/>
              </a:ext>
            </a:extLst>
          </p:cNvPr>
          <p:cNvCxnSpPr>
            <a:cxnSpLocks/>
          </p:cNvCxnSpPr>
          <p:nvPr/>
        </p:nvCxnSpPr>
        <p:spPr>
          <a:xfrm>
            <a:off x="5067299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B3374D2-723E-5F68-D450-FD98DEB0104C}"/>
              </a:ext>
            </a:extLst>
          </p:cNvPr>
          <p:cNvCxnSpPr>
            <a:cxnSpLocks/>
          </p:cNvCxnSpPr>
          <p:nvPr/>
        </p:nvCxnSpPr>
        <p:spPr>
          <a:xfrm>
            <a:off x="6367462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5990D43-D959-C646-3203-35260414950B}"/>
              </a:ext>
            </a:extLst>
          </p:cNvPr>
          <p:cNvCxnSpPr>
            <a:cxnSpLocks/>
          </p:cNvCxnSpPr>
          <p:nvPr/>
        </p:nvCxnSpPr>
        <p:spPr>
          <a:xfrm>
            <a:off x="7667625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0D5578-42BE-B009-5F88-304F6138A6D7}"/>
              </a:ext>
            </a:extLst>
          </p:cNvPr>
          <p:cNvCxnSpPr>
            <a:cxnSpLocks/>
          </p:cNvCxnSpPr>
          <p:nvPr/>
        </p:nvCxnSpPr>
        <p:spPr>
          <a:xfrm>
            <a:off x="8967787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824810CB-A4B0-D44D-0D5A-0259FF7621AC}"/>
              </a:ext>
            </a:extLst>
          </p:cNvPr>
          <p:cNvSpPr/>
          <p:nvPr/>
        </p:nvSpPr>
        <p:spPr>
          <a:xfrm rot="5400000">
            <a:off x="9516747" y="3119278"/>
            <a:ext cx="127000" cy="15779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B70EB63A-EC0C-F280-6303-858EBF491A50}"/>
              </a:ext>
            </a:extLst>
          </p:cNvPr>
          <p:cNvSpPr/>
          <p:nvPr/>
        </p:nvSpPr>
        <p:spPr>
          <a:xfrm rot="10800000">
            <a:off x="6589397" y="3798728"/>
            <a:ext cx="127000" cy="15779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26771E7-B2F9-E471-3E7E-8469F610235E}"/>
              </a:ext>
            </a:extLst>
          </p:cNvPr>
          <p:cNvCxnSpPr>
            <a:endCxn id="42" idx="3"/>
          </p:cNvCxnSpPr>
          <p:nvPr/>
        </p:nvCxnSpPr>
        <p:spPr>
          <a:xfrm rot="16200000" flipH="1">
            <a:off x="6356207" y="3502038"/>
            <a:ext cx="307944" cy="285435"/>
          </a:xfrm>
          <a:prstGeom prst="bentConnector3">
            <a:avLst>
              <a:gd name="adj1" fmla="val -7738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2208AAE4-69BF-D536-F3F3-08103ABD3635}"/>
              </a:ext>
            </a:extLst>
          </p:cNvPr>
          <p:cNvSpPr/>
          <p:nvPr/>
        </p:nvSpPr>
        <p:spPr>
          <a:xfrm>
            <a:off x="4269102" y="3679921"/>
            <a:ext cx="259080" cy="27660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D4FB911-C652-8FAE-637F-59E1EDBE4E99}"/>
              </a:ext>
            </a:extLst>
          </p:cNvPr>
          <p:cNvCxnSpPr>
            <a:cxnSpLocks/>
          </p:cNvCxnSpPr>
          <p:nvPr/>
        </p:nvCxnSpPr>
        <p:spPr>
          <a:xfrm>
            <a:off x="4690395" y="3679920"/>
            <a:ext cx="134877" cy="1188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70AF254-EBF2-6AAB-31AB-3F903C67BFB9}"/>
              </a:ext>
            </a:extLst>
          </p:cNvPr>
          <p:cNvCxnSpPr>
            <a:cxnSpLocks/>
          </p:cNvCxnSpPr>
          <p:nvPr/>
        </p:nvCxnSpPr>
        <p:spPr>
          <a:xfrm>
            <a:off x="4825272" y="3798728"/>
            <a:ext cx="0" cy="15779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231FEDE-4732-7F7D-FD50-3594B7B817A1}"/>
              </a:ext>
            </a:extLst>
          </p:cNvPr>
          <p:cNvCxnSpPr>
            <a:cxnSpLocks/>
          </p:cNvCxnSpPr>
          <p:nvPr/>
        </p:nvCxnSpPr>
        <p:spPr>
          <a:xfrm flipH="1">
            <a:off x="4915190" y="3876323"/>
            <a:ext cx="899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342D508-B723-F5CD-15E4-B48EF14B3D60}"/>
              </a:ext>
            </a:extLst>
          </p:cNvPr>
          <p:cNvCxnSpPr>
            <a:cxnSpLocks/>
          </p:cNvCxnSpPr>
          <p:nvPr/>
        </p:nvCxnSpPr>
        <p:spPr>
          <a:xfrm flipH="1">
            <a:off x="4928147" y="3902517"/>
            <a:ext cx="640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9C74222-4745-8A2C-AC92-FA48245E47E5}"/>
              </a:ext>
            </a:extLst>
          </p:cNvPr>
          <p:cNvCxnSpPr>
            <a:cxnSpLocks/>
          </p:cNvCxnSpPr>
          <p:nvPr/>
        </p:nvCxnSpPr>
        <p:spPr>
          <a:xfrm flipH="1">
            <a:off x="4946433" y="3928710"/>
            <a:ext cx="274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3E4B9EEF-5956-9F98-AB51-90971C8F85EC}"/>
              </a:ext>
            </a:extLst>
          </p:cNvPr>
          <p:cNvCxnSpPr/>
          <p:nvPr/>
        </p:nvCxnSpPr>
        <p:spPr>
          <a:xfrm rot="16200000" flipH="1">
            <a:off x="4813812" y="3810187"/>
            <a:ext cx="157796" cy="134877"/>
          </a:xfrm>
          <a:prstGeom prst="bentConnector3">
            <a:avLst>
              <a:gd name="adj1" fmla="val 2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20DF881-0ED4-9370-B2E5-7C1178D3FA78}"/>
              </a:ext>
            </a:extLst>
          </p:cNvPr>
          <p:cNvCxnSpPr>
            <a:cxnSpLocks/>
          </p:cNvCxnSpPr>
          <p:nvPr/>
        </p:nvCxnSpPr>
        <p:spPr>
          <a:xfrm flipH="1">
            <a:off x="4825270" y="3679920"/>
            <a:ext cx="134877" cy="1188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76B5226-0540-38C2-5554-AE640E58D55D}"/>
              </a:ext>
            </a:extLst>
          </p:cNvPr>
          <p:cNvCxnSpPr>
            <a:cxnSpLocks/>
          </p:cNvCxnSpPr>
          <p:nvPr/>
        </p:nvCxnSpPr>
        <p:spPr>
          <a:xfrm>
            <a:off x="3251200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E093DE6-7AE6-7FA5-315B-8035CEC993DA}"/>
              </a:ext>
            </a:extLst>
          </p:cNvPr>
          <p:cNvCxnSpPr>
            <a:cxnSpLocks/>
          </p:cNvCxnSpPr>
          <p:nvPr/>
        </p:nvCxnSpPr>
        <p:spPr>
          <a:xfrm>
            <a:off x="5346700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74CFD5F-A0CF-654B-395A-242BEA543834}"/>
              </a:ext>
            </a:extLst>
          </p:cNvPr>
          <p:cNvCxnSpPr>
            <a:cxnSpLocks/>
          </p:cNvCxnSpPr>
          <p:nvPr/>
        </p:nvCxnSpPr>
        <p:spPr>
          <a:xfrm>
            <a:off x="6652896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25C85FC-814E-BCBF-E3B9-BA54F1431000}"/>
              </a:ext>
            </a:extLst>
          </p:cNvPr>
          <p:cNvCxnSpPr>
            <a:cxnSpLocks/>
          </p:cNvCxnSpPr>
          <p:nvPr/>
        </p:nvCxnSpPr>
        <p:spPr>
          <a:xfrm>
            <a:off x="8110221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BA6EE94-33EC-52F8-3B45-D442ED091160}"/>
              </a:ext>
            </a:extLst>
          </p:cNvPr>
          <p:cNvSpPr txBox="1"/>
          <p:nvPr/>
        </p:nvSpPr>
        <p:spPr>
          <a:xfrm>
            <a:off x="5169503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2500 ft.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70E729-B8BC-6153-3C48-3211ED3806FD}"/>
              </a:ext>
            </a:extLst>
          </p:cNvPr>
          <p:cNvSpPr txBox="1"/>
          <p:nvPr/>
        </p:nvSpPr>
        <p:spPr>
          <a:xfrm>
            <a:off x="2960227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2000 ft.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C3D3B9-C5F4-A4AF-341B-8164562B748E}"/>
              </a:ext>
            </a:extLst>
          </p:cNvPr>
          <p:cNvSpPr txBox="1"/>
          <p:nvPr/>
        </p:nvSpPr>
        <p:spPr>
          <a:xfrm>
            <a:off x="6474047" y="2721093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1000 ft.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D8C24E-A0D4-35AB-FE17-9261C281F29D}"/>
              </a:ext>
            </a:extLst>
          </p:cNvPr>
          <p:cNvSpPr txBox="1"/>
          <p:nvPr/>
        </p:nvSpPr>
        <p:spPr>
          <a:xfrm>
            <a:off x="7778591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1000 ft.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A30929-6207-7DA5-CF82-41345662A521}"/>
              </a:ext>
            </a:extLst>
          </p:cNvPr>
          <p:cNvSpPr txBox="1"/>
          <p:nvPr/>
        </p:nvSpPr>
        <p:spPr>
          <a:xfrm>
            <a:off x="9831228" y="2839450"/>
            <a:ext cx="64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</a:t>
            </a:r>
          </a:p>
          <a:p>
            <a:r>
              <a:rPr lang="en-US" dirty="0"/>
              <a:t>2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84B15251-15B5-BF3C-D3DC-5FB1C3D33BDC}"/>
              </a:ext>
            </a:extLst>
          </p:cNvPr>
          <p:cNvCxnSpPr>
            <a:cxnSpLocks/>
          </p:cNvCxnSpPr>
          <p:nvPr/>
        </p:nvCxnSpPr>
        <p:spPr>
          <a:xfrm>
            <a:off x="7693301" y="3461130"/>
            <a:ext cx="475055" cy="175705"/>
          </a:xfrm>
          <a:prstGeom prst="bentConnector3">
            <a:avLst>
              <a:gd name="adj1" fmla="val 9565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278">
            <a:extLst>
              <a:ext uri="{FF2B5EF4-FFF2-40B4-BE49-F238E27FC236}">
                <a16:creationId xmlns:a16="http://schemas.microsoft.com/office/drawing/2014/main" id="{FB49496C-0F7D-5A11-AF8A-359C6D8A60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30829" y="3591559"/>
            <a:ext cx="487363" cy="452438"/>
            <a:chOff x="2534" y="2096"/>
            <a:chExt cx="307" cy="285"/>
          </a:xfrm>
          <a:solidFill>
            <a:schemeClr val="tx1"/>
          </a:solidFill>
        </p:grpSpPr>
        <p:sp>
          <p:nvSpPr>
            <p:cNvPr id="40" name="Freeform 279">
              <a:extLst>
                <a:ext uri="{FF2B5EF4-FFF2-40B4-BE49-F238E27FC236}">
                  <a16:creationId xmlns:a16="http://schemas.microsoft.com/office/drawing/2014/main" id="{8FA2DE00-BC37-F8D8-A11F-76A4A3254C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34" y="2206"/>
              <a:ext cx="307" cy="175"/>
            </a:xfrm>
            <a:custGeom>
              <a:avLst/>
              <a:gdLst>
                <a:gd name="T0" fmla="*/ 320 w 614"/>
                <a:gd name="T1" fmla="*/ 204 h 350"/>
                <a:gd name="T2" fmla="*/ 440 w 614"/>
                <a:gd name="T3" fmla="*/ 2 h 350"/>
                <a:gd name="T4" fmla="*/ 440 w 614"/>
                <a:gd name="T5" fmla="*/ 0 h 350"/>
                <a:gd name="T6" fmla="*/ 440 w 614"/>
                <a:gd name="T7" fmla="*/ 0 h 350"/>
                <a:gd name="T8" fmla="*/ 562 w 614"/>
                <a:gd name="T9" fmla="*/ 205 h 350"/>
                <a:gd name="T10" fmla="*/ 510 w 614"/>
                <a:gd name="T11" fmla="*/ 205 h 350"/>
                <a:gd name="T12" fmla="*/ 510 w 614"/>
                <a:gd name="T13" fmla="*/ 205 h 350"/>
                <a:gd name="T14" fmla="*/ 510 w 614"/>
                <a:gd name="T15" fmla="*/ 311 h 350"/>
                <a:gd name="T16" fmla="*/ 614 w 614"/>
                <a:gd name="T17" fmla="*/ 311 h 350"/>
                <a:gd name="T18" fmla="*/ 614 w 614"/>
                <a:gd name="T19" fmla="*/ 350 h 350"/>
                <a:gd name="T20" fmla="*/ 0 w 614"/>
                <a:gd name="T21" fmla="*/ 350 h 350"/>
                <a:gd name="T22" fmla="*/ 0 w 614"/>
                <a:gd name="T23" fmla="*/ 311 h 350"/>
                <a:gd name="T24" fmla="*/ 101 w 614"/>
                <a:gd name="T25" fmla="*/ 311 h 350"/>
                <a:gd name="T26" fmla="*/ 101 w 614"/>
                <a:gd name="T27" fmla="*/ 205 h 350"/>
                <a:gd name="T28" fmla="*/ 314 w 614"/>
                <a:gd name="T29" fmla="*/ 205 h 350"/>
                <a:gd name="T30" fmla="*/ 314 w 614"/>
                <a:gd name="T31" fmla="*/ 205 h 350"/>
                <a:gd name="T32" fmla="*/ 320 w 614"/>
                <a:gd name="T33" fmla="*/ 205 h 350"/>
                <a:gd name="T34" fmla="*/ 320 w 614"/>
                <a:gd name="T35" fmla="*/ 204 h 350"/>
                <a:gd name="T36" fmla="*/ 444 w 614"/>
                <a:gd name="T37" fmla="*/ 127 h 350"/>
                <a:gd name="T38" fmla="*/ 440 w 614"/>
                <a:gd name="T39" fmla="*/ 127 h 350"/>
                <a:gd name="T40" fmla="*/ 440 w 614"/>
                <a:gd name="T41" fmla="*/ 127 h 350"/>
                <a:gd name="T42" fmla="*/ 352 w 614"/>
                <a:gd name="T43" fmla="*/ 238 h 350"/>
                <a:gd name="T44" fmla="*/ 402 w 614"/>
                <a:gd name="T45" fmla="*/ 238 h 350"/>
                <a:gd name="T46" fmla="*/ 380 w 614"/>
                <a:gd name="T47" fmla="*/ 315 h 350"/>
                <a:gd name="T48" fmla="*/ 384 w 614"/>
                <a:gd name="T49" fmla="*/ 315 h 350"/>
                <a:gd name="T50" fmla="*/ 472 w 614"/>
                <a:gd name="T51" fmla="*/ 204 h 350"/>
                <a:gd name="T52" fmla="*/ 472 w 614"/>
                <a:gd name="T53" fmla="*/ 204 h 350"/>
                <a:gd name="T54" fmla="*/ 422 w 614"/>
                <a:gd name="T55" fmla="*/ 204 h 350"/>
                <a:gd name="T56" fmla="*/ 422 w 614"/>
                <a:gd name="T57" fmla="*/ 204 h 350"/>
                <a:gd name="T58" fmla="*/ 444 w 614"/>
                <a:gd name="T59" fmla="*/ 127 h 350"/>
                <a:gd name="T60" fmla="*/ 444 w 614"/>
                <a:gd name="T61" fmla="*/ 127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14" h="350">
                  <a:moveTo>
                    <a:pt x="320" y="204"/>
                  </a:moveTo>
                  <a:lnTo>
                    <a:pt x="440" y="2"/>
                  </a:lnTo>
                  <a:lnTo>
                    <a:pt x="440" y="0"/>
                  </a:lnTo>
                  <a:lnTo>
                    <a:pt x="440" y="0"/>
                  </a:lnTo>
                  <a:lnTo>
                    <a:pt x="562" y="205"/>
                  </a:lnTo>
                  <a:lnTo>
                    <a:pt x="510" y="205"/>
                  </a:lnTo>
                  <a:lnTo>
                    <a:pt x="510" y="205"/>
                  </a:lnTo>
                  <a:lnTo>
                    <a:pt x="510" y="311"/>
                  </a:lnTo>
                  <a:lnTo>
                    <a:pt x="614" y="311"/>
                  </a:lnTo>
                  <a:lnTo>
                    <a:pt x="614" y="350"/>
                  </a:lnTo>
                  <a:lnTo>
                    <a:pt x="0" y="350"/>
                  </a:lnTo>
                  <a:lnTo>
                    <a:pt x="0" y="311"/>
                  </a:lnTo>
                  <a:lnTo>
                    <a:pt x="101" y="311"/>
                  </a:lnTo>
                  <a:lnTo>
                    <a:pt x="101" y="205"/>
                  </a:lnTo>
                  <a:lnTo>
                    <a:pt x="314" y="205"/>
                  </a:lnTo>
                  <a:lnTo>
                    <a:pt x="314" y="205"/>
                  </a:lnTo>
                  <a:lnTo>
                    <a:pt x="320" y="205"/>
                  </a:lnTo>
                  <a:lnTo>
                    <a:pt x="320" y="204"/>
                  </a:lnTo>
                  <a:close/>
                  <a:moveTo>
                    <a:pt x="444" y="127"/>
                  </a:moveTo>
                  <a:lnTo>
                    <a:pt x="440" y="127"/>
                  </a:lnTo>
                  <a:lnTo>
                    <a:pt x="440" y="127"/>
                  </a:lnTo>
                  <a:lnTo>
                    <a:pt x="352" y="238"/>
                  </a:lnTo>
                  <a:lnTo>
                    <a:pt x="402" y="238"/>
                  </a:lnTo>
                  <a:lnTo>
                    <a:pt x="380" y="315"/>
                  </a:lnTo>
                  <a:lnTo>
                    <a:pt x="384" y="315"/>
                  </a:lnTo>
                  <a:lnTo>
                    <a:pt x="472" y="204"/>
                  </a:lnTo>
                  <a:lnTo>
                    <a:pt x="472" y="204"/>
                  </a:lnTo>
                  <a:lnTo>
                    <a:pt x="422" y="204"/>
                  </a:lnTo>
                  <a:lnTo>
                    <a:pt x="422" y="204"/>
                  </a:lnTo>
                  <a:lnTo>
                    <a:pt x="444" y="127"/>
                  </a:lnTo>
                  <a:lnTo>
                    <a:pt x="444" y="1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280">
              <a:extLst>
                <a:ext uri="{FF2B5EF4-FFF2-40B4-BE49-F238E27FC236}">
                  <a16:creationId xmlns:a16="http://schemas.microsoft.com/office/drawing/2014/main" id="{1FBE7058-F9A6-DA4C-2B66-C566B3CD0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2273"/>
              <a:ext cx="49" cy="26"/>
            </a:xfrm>
            <a:custGeom>
              <a:avLst/>
              <a:gdLst>
                <a:gd name="T0" fmla="*/ 65 w 98"/>
                <a:gd name="T1" fmla="*/ 52 h 52"/>
                <a:gd name="T2" fmla="*/ 0 w 98"/>
                <a:gd name="T3" fmla="*/ 52 h 52"/>
                <a:gd name="T4" fmla="*/ 30 w 98"/>
                <a:gd name="T5" fmla="*/ 0 h 52"/>
                <a:gd name="T6" fmla="*/ 98 w 98"/>
                <a:gd name="T7" fmla="*/ 0 h 52"/>
                <a:gd name="T8" fmla="*/ 65 w 9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65" y="52"/>
                  </a:moveTo>
                  <a:lnTo>
                    <a:pt x="0" y="52"/>
                  </a:lnTo>
                  <a:lnTo>
                    <a:pt x="30" y="0"/>
                  </a:lnTo>
                  <a:lnTo>
                    <a:pt x="98" y="0"/>
                  </a:lnTo>
                  <a:lnTo>
                    <a:pt x="6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281">
              <a:extLst>
                <a:ext uri="{FF2B5EF4-FFF2-40B4-BE49-F238E27FC236}">
                  <a16:creationId xmlns:a16="http://schemas.microsoft.com/office/drawing/2014/main" id="{96FD1088-23EC-C273-1A92-404F34DDD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" y="2273"/>
              <a:ext cx="49" cy="26"/>
            </a:xfrm>
            <a:custGeom>
              <a:avLst/>
              <a:gdLst>
                <a:gd name="T0" fmla="*/ 0 w 98"/>
                <a:gd name="T1" fmla="*/ 52 h 52"/>
                <a:gd name="T2" fmla="*/ 31 w 98"/>
                <a:gd name="T3" fmla="*/ 0 h 52"/>
                <a:gd name="T4" fmla="*/ 98 w 98"/>
                <a:gd name="T5" fmla="*/ 0 h 52"/>
                <a:gd name="T6" fmla="*/ 67 w 98"/>
                <a:gd name="T7" fmla="*/ 52 h 52"/>
                <a:gd name="T8" fmla="*/ 0 w 9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0" y="52"/>
                  </a:moveTo>
                  <a:lnTo>
                    <a:pt x="31" y="0"/>
                  </a:lnTo>
                  <a:lnTo>
                    <a:pt x="98" y="0"/>
                  </a:lnTo>
                  <a:lnTo>
                    <a:pt x="67" y="52"/>
                  </a:lnTo>
                  <a:lnTo>
                    <a:pt x="0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282">
              <a:extLst>
                <a:ext uri="{FF2B5EF4-FFF2-40B4-BE49-F238E27FC236}">
                  <a16:creationId xmlns:a16="http://schemas.microsoft.com/office/drawing/2014/main" id="{B141942E-6AE3-AA5E-1FFD-CA4443431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2273"/>
              <a:ext cx="49" cy="26"/>
            </a:xfrm>
            <a:custGeom>
              <a:avLst/>
              <a:gdLst>
                <a:gd name="T0" fmla="*/ 68 w 99"/>
                <a:gd name="T1" fmla="*/ 52 h 52"/>
                <a:gd name="T2" fmla="*/ 0 w 99"/>
                <a:gd name="T3" fmla="*/ 52 h 52"/>
                <a:gd name="T4" fmla="*/ 31 w 99"/>
                <a:gd name="T5" fmla="*/ 0 h 52"/>
                <a:gd name="T6" fmla="*/ 99 w 99"/>
                <a:gd name="T7" fmla="*/ 0 h 52"/>
                <a:gd name="T8" fmla="*/ 68 w 99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52">
                  <a:moveTo>
                    <a:pt x="68" y="52"/>
                  </a:moveTo>
                  <a:lnTo>
                    <a:pt x="0" y="52"/>
                  </a:lnTo>
                  <a:lnTo>
                    <a:pt x="31" y="0"/>
                  </a:lnTo>
                  <a:lnTo>
                    <a:pt x="99" y="0"/>
                  </a:lnTo>
                  <a:lnTo>
                    <a:pt x="68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283">
              <a:extLst>
                <a:ext uri="{FF2B5EF4-FFF2-40B4-BE49-F238E27FC236}">
                  <a16:creationId xmlns:a16="http://schemas.microsoft.com/office/drawing/2014/main" id="{02E8DBF5-2637-E917-352D-40C41AAEA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2238"/>
              <a:ext cx="49" cy="26"/>
            </a:xfrm>
            <a:custGeom>
              <a:avLst/>
              <a:gdLst>
                <a:gd name="T0" fmla="*/ 30 w 98"/>
                <a:gd name="T1" fmla="*/ 0 h 52"/>
                <a:gd name="T2" fmla="*/ 98 w 98"/>
                <a:gd name="T3" fmla="*/ 0 h 52"/>
                <a:gd name="T4" fmla="*/ 67 w 98"/>
                <a:gd name="T5" fmla="*/ 52 h 52"/>
                <a:gd name="T6" fmla="*/ 0 w 98"/>
                <a:gd name="T7" fmla="*/ 52 h 52"/>
                <a:gd name="T8" fmla="*/ 30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30" y="0"/>
                  </a:moveTo>
                  <a:lnTo>
                    <a:pt x="98" y="0"/>
                  </a:lnTo>
                  <a:lnTo>
                    <a:pt x="67" y="52"/>
                  </a:lnTo>
                  <a:lnTo>
                    <a:pt x="0" y="52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284">
              <a:extLst>
                <a:ext uri="{FF2B5EF4-FFF2-40B4-BE49-F238E27FC236}">
                  <a16:creationId xmlns:a16="http://schemas.microsoft.com/office/drawing/2014/main" id="{39644A6C-92FF-CF5A-C194-20B111EE3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2238"/>
              <a:ext cx="49" cy="26"/>
            </a:xfrm>
            <a:custGeom>
              <a:avLst/>
              <a:gdLst>
                <a:gd name="T0" fmla="*/ 98 w 98"/>
                <a:gd name="T1" fmla="*/ 0 h 52"/>
                <a:gd name="T2" fmla="*/ 67 w 98"/>
                <a:gd name="T3" fmla="*/ 52 h 52"/>
                <a:gd name="T4" fmla="*/ 0 w 98"/>
                <a:gd name="T5" fmla="*/ 52 h 52"/>
                <a:gd name="T6" fmla="*/ 31 w 98"/>
                <a:gd name="T7" fmla="*/ 0 h 52"/>
                <a:gd name="T8" fmla="*/ 98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98" y="0"/>
                  </a:moveTo>
                  <a:lnTo>
                    <a:pt x="67" y="52"/>
                  </a:lnTo>
                  <a:lnTo>
                    <a:pt x="0" y="52"/>
                  </a:lnTo>
                  <a:lnTo>
                    <a:pt x="31" y="0"/>
                  </a:lnTo>
                  <a:lnTo>
                    <a:pt x="9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285">
              <a:extLst>
                <a:ext uri="{FF2B5EF4-FFF2-40B4-BE49-F238E27FC236}">
                  <a16:creationId xmlns:a16="http://schemas.microsoft.com/office/drawing/2014/main" id="{D844202C-8C3E-5779-4AD9-67B653A02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2238"/>
              <a:ext cx="49" cy="26"/>
            </a:xfrm>
            <a:custGeom>
              <a:avLst/>
              <a:gdLst>
                <a:gd name="T0" fmla="*/ 30 w 98"/>
                <a:gd name="T1" fmla="*/ 0 h 52"/>
                <a:gd name="T2" fmla="*/ 98 w 98"/>
                <a:gd name="T3" fmla="*/ 0 h 52"/>
                <a:gd name="T4" fmla="*/ 65 w 98"/>
                <a:gd name="T5" fmla="*/ 52 h 52"/>
                <a:gd name="T6" fmla="*/ 0 w 98"/>
                <a:gd name="T7" fmla="*/ 52 h 52"/>
                <a:gd name="T8" fmla="*/ 30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30" y="0"/>
                  </a:moveTo>
                  <a:lnTo>
                    <a:pt x="98" y="0"/>
                  </a:lnTo>
                  <a:lnTo>
                    <a:pt x="65" y="52"/>
                  </a:lnTo>
                  <a:lnTo>
                    <a:pt x="0" y="52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286">
              <a:extLst>
                <a:ext uri="{FF2B5EF4-FFF2-40B4-BE49-F238E27FC236}">
                  <a16:creationId xmlns:a16="http://schemas.microsoft.com/office/drawing/2014/main" id="{94012365-E249-956F-A72F-6BA583A90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" y="2202"/>
              <a:ext cx="49" cy="26"/>
            </a:xfrm>
            <a:custGeom>
              <a:avLst/>
              <a:gdLst>
                <a:gd name="T0" fmla="*/ 98 w 98"/>
                <a:gd name="T1" fmla="*/ 0 h 52"/>
                <a:gd name="T2" fmla="*/ 66 w 98"/>
                <a:gd name="T3" fmla="*/ 52 h 52"/>
                <a:gd name="T4" fmla="*/ 0 w 98"/>
                <a:gd name="T5" fmla="*/ 52 h 52"/>
                <a:gd name="T6" fmla="*/ 30 w 98"/>
                <a:gd name="T7" fmla="*/ 0 h 52"/>
                <a:gd name="T8" fmla="*/ 98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98" y="0"/>
                  </a:moveTo>
                  <a:lnTo>
                    <a:pt x="66" y="52"/>
                  </a:lnTo>
                  <a:lnTo>
                    <a:pt x="0" y="52"/>
                  </a:lnTo>
                  <a:lnTo>
                    <a:pt x="30" y="0"/>
                  </a:lnTo>
                  <a:lnTo>
                    <a:pt x="9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287">
              <a:extLst>
                <a:ext uri="{FF2B5EF4-FFF2-40B4-BE49-F238E27FC236}">
                  <a16:creationId xmlns:a16="http://schemas.microsoft.com/office/drawing/2014/main" id="{FF4F52DA-13DF-EBFA-6DB2-D52A1C03C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2202"/>
              <a:ext cx="50" cy="26"/>
            </a:xfrm>
            <a:custGeom>
              <a:avLst/>
              <a:gdLst>
                <a:gd name="T0" fmla="*/ 67 w 98"/>
                <a:gd name="T1" fmla="*/ 52 h 52"/>
                <a:gd name="T2" fmla="*/ 0 w 98"/>
                <a:gd name="T3" fmla="*/ 52 h 52"/>
                <a:gd name="T4" fmla="*/ 31 w 98"/>
                <a:gd name="T5" fmla="*/ 0 h 52"/>
                <a:gd name="T6" fmla="*/ 98 w 98"/>
                <a:gd name="T7" fmla="*/ 0 h 52"/>
                <a:gd name="T8" fmla="*/ 67 w 9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67" y="52"/>
                  </a:moveTo>
                  <a:lnTo>
                    <a:pt x="0" y="52"/>
                  </a:lnTo>
                  <a:lnTo>
                    <a:pt x="31" y="0"/>
                  </a:lnTo>
                  <a:lnTo>
                    <a:pt x="98" y="0"/>
                  </a:lnTo>
                  <a:lnTo>
                    <a:pt x="67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288">
              <a:extLst>
                <a:ext uri="{FF2B5EF4-FFF2-40B4-BE49-F238E27FC236}">
                  <a16:creationId xmlns:a16="http://schemas.microsoft.com/office/drawing/2014/main" id="{FF91124D-64A7-E5C3-44AB-1B6B44EEF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" y="2202"/>
              <a:ext cx="49" cy="26"/>
            </a:xfrm>
            <a:custGeom>
              <a:avLst/>
              <a:gdLst>
                <a:gd name="T0" fmla="*/ 30 w 98"/>
                <a:gd name="T1" fmla="*/ 0 h 52"/>
                <a:gd name="T2" fmla="*/ 98 w 98"/>
                <a:gd name="T3" fmla="*/ 0 h 52"/>
                <a:gd name="T4" fmla="*/ 67 w 98"/>
                <a:gd name="T5" fmla="*/ 52 h 52"/>
                <a:gd name="T6" fmla="*/ 0 w 98"/>
                <a:gd name="T7" fmla="*/ 52 h 52"/>
                <a:gd name="T8" fmla="*/ 30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30" y="0"/>
                  </a:moveTo>
                  <a:lnTo>
                    <a:pt x="98" y="0"/>
                  </a:lnTo>
                  <a:lnTo>
                    <a:pt x="67" y="52"/>
                  </a:lnTo>
                  <a:lnTo>
                    <a:pt x="0" y="52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289">
              <a:extLst>
                <a:ext uri="{FF2B5EF4-FFF2-40B4-BE49-F238E27FC236}">
                  <a16:creationId xmlns:a16="http://schemas.microsoft.com/office/drawing/2014/main" id="{BE483CFF-141E-DE0F-0CE8-E7B55AA23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2096"/>
              <a:ext cx="225" cy="126"/>
            </a:xfrm>
            <a:custGeom>
              <a:avLst/>
              <a:gdLst>
                <a:gd name="T0" fmla="*/ 297 w 452"/>
                <a:gd name="T1" fmla="*/ 159 h 253"/>
                <a:gd name="T2" fmla="*/ 297 w 452"/>
                <a:gd name="T3" fmla="*/ 159 h 253"/>
                <a:gd name="T4" fmla="*/ 290 w 452"/>
                <a:gd name="T5" fmla="*/ 150 h 253"/>
                <a:gd name="T6" fmla="*/ 290 w 452"/>
                <a:gd name="T7" fmla="*/ 150 h 253"/>
                <a:gd name="T8" fmla="*/ 283 w 452"/>
                <a:gd name="T9" fmla="*/ 145 h 253"/>
                <a:gd name="T10" fmla="*/ 276 w 452"/>
                <a:gd name="T11" fmla="*/ 139 h 253"/>
                <a:gd name="T12" fmla="*/ 268 w 452"/>
                <a:gd name="T13" fmla="*/ 135 h 253"/>
                <a:gd name="T14" fmla="*/ 261 w 452"/>
                <a:gd name="T15" fmla="*/ 131 h 253"/>
                <a:gd name="T16" fmla="*/ 253 w 452"/>
                <a:gd name="T17" fmla="*/ 128 h 253"/>
                <a:gd name="T18" fmla="*/ 244 w 452"/>
                <a:gd name="T19" fmla="*/ 126 h 253"/>
                <a:gd name="T20" fmla="*/ 236 w 452"/>
                <a:gd name="T21" fmla="*/ 125 h 253"/>
                <a:gd name="T22" fmla="*/ 226 w 452"/>
                <a:gd name="T23" fmla="*/ 124 h 253"/>
                <a:gd name="T24" fmla="*/ 226 w 452"/>
                <a:gd name="T25" fmla="*/ 124 h 253"/>
                <a:gd name="T26" fmla="*/ 213 w 452"/>
                <a:gd name="T27" fmla="*/ 125 h 253"/>
                <a:gd name="T28" fmla="*/ 201 w 452"/>
                <a:gd name="T29" fmla="*/ 128 h 253"/>
                <a:gd name="T30" fmla="*/ 188 w 452"/>
                <a:gd name="T31" fmla="*/ 132 h 253"/>
                <a:gd name="T32" fmla="*/ 178 w 452"/>
                <a:gd name="T33" fmla="*/ 138 h 253"/>
                <a:gd name="T34" fmla="*/ 178 w 452"/>
                <a:gd name="T35" fmla="*/ 138 h 253"/>
                <a:gd name="T36" fmla="*/ 170 w 452"/>
                <a:gd name="T37" fmla="*/ 143 h 253"/>
                <a:gd name="T38" fmla="*/ 163 w 452"/>
                <a:gd name="T39" fmla="*/ 150 h 253"/>
                <a:gd name="T40" fmla="*/ 163 w 452"/>
                <a:gd name="T41" fmla="*/ 150 h 253"/>
                <a:gd name="T42" fmla="*/ 155 w 452"/>
                <a:gd name="T43" fmla="*/ 160 h 253"/>
                <a:gd name="T44" fmla="*/ 147 w 452"/>
                <a:gd name="T45" fmla="*/ 170 h 253"/>
                <a:gd name="T46" fmla="*/ 142 w 452"/>
                <a:gd name="T47" fmla="*/ 181 h 253"/>
                <a:gd name="T48" fmla="*/ 138 w 452"/>
                <a:gd name="T49" fmla="*/ 194 h 253"/>
                <a:gd name="T50" fmla="*/ 138 w 452"/>
                <a:gd name="T51" fmla="*/ 194 h 253"/>
                <a:gd name="T52" fmla="*/ 87 w 452"/>
                <a:gd name="T53" fmla="*/ 194 h 253"/>
                <a:gd name="T54" fmla="*/ 87 w 452"/>
                <a:gd name="T55" fmla="*/ 194 h 253"/>
                <a:gd name="T56" fmla="*/ 52 w 452"/>
                <a:gd name="T57" fmla="*/ 253 h 253"/>
                <a:gd name="T58" fmla="*/ 52 w 452"/>
                <a:gd name="T59" fmla="*/ 253 h 253"/>
                <a:gd name="T60" fmla="*/ 0 w 452"/>
                <a:gd name="T61" fmla="*/ 213 h 253"/>
                <a:gd name="T62" fmla="*/ 70 w 452"/>
                <a:gd name="T63" fmla="*/ 163 h 253"/>
                <a:gd name="T64" fmla="*/ 44 w 452"/>
                <a:gd name="T65" fmla="*/ 81 h 253"/>
                <a:gd name="T66" fmla="*/ 129 w 452"/>
                <a:gd name="T67" fmla="*/ 81 h 253"/>
                <a:gd name="T68" fmla="*/ 156 w 452"/>
                <a:gd name="T69" fmla="*/ 0 h 253"/>
                <a:gd name="T70" fmla="*/ 226 w 452"/>
                <a:gd name="T71" fmla="*/ 51 h 253"/>
                <a:gd name="T72" fmla="*/ 296 w 452"/>
                <a:gd name="T73" fmla="*/ 0 h 253"/>
                <a:gd name="T74" fmla="*/ 323 w 452"/>
                <a:gd name="T75" fmla="*/ 81 h 253"/>
                <a:gd name="T76" fmla="*/ 408 w 452"/>
                <a:gd name="T77" fmla="*/ 81 h 253"/>
                <a:gd name="T78" fmla="*/ 382 w 452"/>
                <a:gd name="T79" fmla="*/ 163 h 253"/>
                <a:gd name="T80" fmla="*/ 452 w 452"/>
                <a:gd name="T81" fmla="*/ 213 h 253"/>
                <a:gd name="T82" fmla="*/ 400 w 452"/>
                <a:gd name="T83" fmla="*/ 253 h 253"/>
                <a:gd name="T84" fmla="*/ 400 w 452"/>
                <a:gd name="T85" fmla="*/ 253 h 253"/>
                <a:gd name="T86" fmla="*/ 365 w 452"/>
                <a:gd name="T87" fmla="*/ 194 h 253"/>
                <a:gd name="T88" fmla="*/ 365 w 452"/>
                <a:gd name="T89" fmla="*/ 194 h 253"/>
                <a:gd name="T90" fmla="*/ 314 w 452"/>
                <a:gd name="T91" fmla="*/ 194 h 253"/>
                <a:gd name="T92" fmla="*/ 314 w 452"/>
                <a:gd name="T93" fmla="*/ 194 h 253"/>
                <a:gd name="T94" fmla="*/ 312 w 452"/>
                <a:gd name="T95" fmla="*/ 184 h 253"/>
                <a:gd name="T96" fmla="*/ 307 w 452"/>
                <a:gd name="T97" fmla="*/ 175 h 253"/>
                <a:gd name="T98" fmla="*/ 303 w 452"/>
                <a:gd name="T99" fmla="*/ 167 h 253"/>
                <a:gd name="T100" fmla="*/ 297 w 452"/>
                <a:gd name="T101" fmla="*/ 159 h 253"/>
                <a:gd name="T102" fmla="*/ 297 w 452"/>
                <a:gd name="T103" fmla="*/ 159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52" h="253">
                  <a:moveTo>
                    <a:pt x="297" y="159"/>
                  </a:moveTo>
                  <a:lnTo>
                    <a:pt x="297" y="159"/>
                  </a:lnTo>
                  <a:lnTo>
                    <a:pt x="290" y="150"/>
                  </a:lnTo>
                  <a:lnTo>
                    <a:pt x="290" y="150"/>
                  </a:lnTo>
                  <a:lnTo>
                    <a:pt x="283" y="145"/>
                  </a:lnTo>
                  <a:lnTo>
                    <a:pt x="276" y="139"/>
                  </a:lnTo>
                  <a:lnTo>
                    <a:pt x="268" y="135"/>
                  </a:lnTo>
                  <a:lnTo>
                    <a:pt x="261" y="131"/>
                  </a:lnTo>
                  <a:lnTo>
                    <a:pt x="253" y="128"/>
                  </a:lnTo>
                  <a:lnTo>
                    <a:pt x="244" y="126"/>
                  </a:lnTo>
                  <a:lnTo>
                    <a:pt x="236" y="125"/>
                  </a:lnTo>
                  <a:lnTo>
                    <a:pt x="226" y="124"/>
                  </a:lnTo>
                  <a:lnTo>
                    <a:pt x="226" y="124"/>
                  </a:lnTo>
                  <a:lnTo>
                    <a:pt x="213" y="125"/>
                  </a:lnTo>
                  <a:lnTo>
                    <a:pt x="201" y="128"/>
                  </a:lnTo>
                  <a:lnTo>
                    <a:pt x="188" y="132"/>
                  </a:lnTo>
                  <a:lnTo>
                    <a:pt x="178" y="138"/>
                  </a:lnTo>
                  <a:lnTo>
                    <a:pt x="178" y="138"/>
                  </a:lnTo>
                  <a:lnTo>
                    <a:pt x="170" y="143"/>
                  </a:lnTo>
                  <a:lnTo>
                    <a:pt x="163" y="150"/>
                  </a:lnTo>
                  <a:lnTo>
                    <a:pt x="163" y="150"/>
                  </a:lnTo>
                  <a:lnTo>
                    <a:pt x="155" y="160"/>
                  </a:lnTo>
                  <a:lnTo>
                    <a:pt x="147" y="170"/>
                  </a:lnTo>
                  <a:lnTo>
                    <a:pt x="142" y="181"/>
                  </a:lnTo>
                  <a:lnTo>
                    <a:pt x="138" y="194"/>
                  </a:lnTo>
                  <a:lnTo>
                    <a:pt x="138" y="194"/>
                  </a:lnTo>
                  <a:lnTo>
                    <a:pt x="87" y="194"/>
                  </a:lnTo>
                  <a:lnTo>
                    <a:pt x="87" y="194"/>
                  </a:lnTo>
                  <a:lnTo>
                    <a:pt x="52" y="253"/>
                  </a:lnTo>
                  <a:lnTo>
                    <a:pt x="52" y="253"/>
                  </a:lnTo>
                  <a:lnTo>
                    <a:pt x="0" y="213"/>
                  </a:lnTo>
                  <a:lnTo>
                    <a:pt x="70" y="163"/>
                  </a:lnTo>
                  <a:lnTo>
                    <a:pt x="44" y="81"/>
                  </a:lnTo>
                  <a:lnTo>
                    <a:pt x="129" y="81"/>
                  </a:lnTo>
                  <a:lnTo>
                    <a:pt x="156" y="0"/>
                  </a:lnTo>
                  <a:lnTo>
                    <a:pt x="226" y="51"/>
                  </a:lnTo>
                  <a:lnTo>
                    <a:pt x="296" y="0"/>
                  </a:lnTo>
                  <a:lnTo>
                    <a:pt x="323" y="81"/>
                  </a:lnTo>
                  <a:lnTo>
                    <a:pt x="408" y="81"/>
                  </a:lnTo>
                  <a:lnTo>
                    <a:pt x="382" y="163"/>
                  </a:lnTo>
                  <a:lnTo>
                    <a:pt x="452" y="213"/>
                  </a:lnTo>
                  <a:lnTo>
                    <a:pt x="400" y="253"/>
                  </a:lnTo>
                  <a:lnTo>
                    <a:pt x="400" y="253"/>
                  </a:lnTo>
                  <a:lnTo>
                    <a:pt x="365" y="194"/>
                  </a:lnTo>
                  <a:lnTo>
                    <a:pt x="365" y="194"/>
                  </a:lnTo>
                  <a:lnTo>
                    <a:pt x="314" y="194"/>
                  </a:lnTo>
                  <a:lnTo>
                    <a:pt x="314" y="194"/>
                  </a:lnTo>
                  <a:lnTo>
                    <a:pt x="312" y="184"/>
                  </a:lnTo>
                  <a:lnTo>
                    <a:pt x="307" y="175"/>
                  </a:lnTo>
                  <a:lnTo>
                    <a:pt x="303" y="167"/>
                  </a:lnTo>
                  <a:lnTo>
                    <a:pt x="297" y="159"/>
                  </a:lnTo>
                  <a:lnTo>
                    <a:pt x="297" y="1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944F3BD-D97C-9EE6-619D-59987396AA51}"/>
              </a:ext>
            </a:extLst>
          </p:cNvPr>
          <p:cNvGrpSpPr/>
          <p:nvPr/>
        </p:nvGrpSpPr>
        <p:grpSpPr>
          <a:xfrm>
            <a:off x="9254960" y="3589080"/>
            <a:ext cx="512259" cy="454917"/>
            <a:chOff x="9132449" y="3337855"/>
            <a:chExt cx="606425" cy="538542"/>
          </a:xfrm>
          <a:solidFill>
            <a:schemeClr val="tx1"/>
          </a:solidFill>
        </p:grpSpPr>
        <p:grpSp>
          <p:nvGrpSpPr>
            <p:cNvPr id="3" name="Group 12">
              <a:extLst>
                <a:ext uri="{FF2B5EF4-FFF2-40B4-BE49-F238E27FC236}">
                  <a16:creationId xmlns:a16="http://schemas.microsoft.com/office/drawing/2014/main" id="{D7B3EC55-4A66-E10D-3212-5E36A11CFF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132449" y="3337855"/>
              <a:ext cx="606425" cy="538542"/>
              <a:chOff x="3170" y="1565"/>
              <a:chExt cx="1340" cy="1190"/>
            </a:xfrm>
            <a:grpFill/>
          </p:grpSpPr>
          <p:sp>
            <p:nvSpPr>
              <p:cNvPr id="9" name="Freeform 13">
                <a:extLst>
                  <a:ext uri="{FF2B5EF4-FFF2-40B4-BE49-F238E27FC236}">
                    <a16:creationId xmlns:a16="http://schemas.microsoft.com/office/drawing/2014/main" id="{F3B90D2D-D060-6384-8347-81198C32715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70" y="1565"/>
                <a:ext cx="996" cy="855"/>
              </a:xfrm>
              <a:custGeom>
                <a:avLst/>
                <a:gdLst>
                  <a:gd name="T0" fmla="*/ 2759 w 2989"/>
                  <a:gd name="T1" fmla="*/ 130 h 2564"/>
                  <a:gd name="T2" fmla="*/ 2819 w 2989"/>
                  <a:gd name="T3" fmla="*/ 120 h 2564"/>
                  <a:gd name="T4" fmla="*/ 2865 w 2989"/>
                  <a:gd name="T5" fmla="*/ 152 h 2564"/>
                  <a:gd name="T6" fmla="*/ 2878 w 2989"/>
                  <a:gd name="T7" fmla="*/ 198 h 2564"/>
                  <a:gd name="T8" fmla="*/ 2858 w 2989"/>
                  <a:gd name="T9" fmla="*/ 221 h 2564"/>
                  <a:gd name="T10" fmla="*/ 1585 w 2989"/>
                  <a:gd name="T11" fmla="*/ 1135 h 2564"/>
                  <a:gd name="T12" fmla="*/ 1567 w 2989"/>
                  <a:gd name="T13" fmla="*/ 1086 h 2564"/>
                  <a:gd name="T14" fmla="*/ 1535 w 2989"/>
                  <a:gd name="T15" fmla="*/ 1066 h 2564"/>
                  <a:gd name="T16" fmla="*/ 1567 w 2989"/>
                  <a:gd name="T17" fmla="*/ 1020 h 2564"/>
                  <a:gd name="T18" fmla="*/ 1383 w 2989"/>
                  <a:gd name="T19" fmla="*/ 1199 h 2564"/>
                  <a:gd name="T20" fmla="*/ 1418 w 2989"/>
                  <a:gd name="T21" fmla="*/ 1213 h 2564"/>
                  <a:gd name="T22" fmla="*/ 1443 w 2989"/>
                  <a:gd name="T23" fmla="*/ 1245 h 2564"/>
                  <a:gd name="T24" fmla="*/ 2078 w 2989"/>
                  <a:gd name="T25" fmla="*/ 1141 h 2564"/>
                  <a:gd name="T26" fmla="*/ 2084 w 2989"/>
                  <a:gd name="T27" fmla="*/ 1105 h 2564"/>
                  <a:gd name="T28" fmla="*/ 2120 w 2989"/>
                  <a:gd name="T29" fmla="*/ 1067 h 2564"/>
                  <a:gd name="T30" fmla="*/ 2155 w 2989"/>
                  <a:gd name="T31" fmla="*/ 1061 h 2564"/>
                  <a:gd name="T32" fmla="*/ 2365 w 2989"/>
                  <a:gd name="T33" fmla="*/ 935 h 2564"/>
                  <a:gd name="T34" fmla="*/ 2371 w 2989"/>
                  <a:gd name="T35" fmla="*/ 855 h 2564"/>
                  <a:gd name="T36" fmla="*/ 2404 w 2989"/>
                  <a:gd name="T37" fmla="*/ 819 h 2564"/>
                  <a:gd name="T38" fmla="*/ 2443 w 2989"/>
                  <a:gd name="T39" fmla="*/ 812 h 2564"/>
                  <a:gd name="T40" fmla="*/ 2488 w 2989"/>
                  <a:gd name="T41" fmla="*/ 837 h 2564"/>
                  <a:gd name="T42" fmla="*/ 2503 w 2989"/>
                  <a:gd name="T43" fmla="*/ 872 h 2564"/>
                  <a:gd name="T44" fmla="*/ 2652 w 2989"/>
                  <a:gd name="T45" fmla="*/ 632 h 2564"/>
                  <a:gd name="T46" fmla="*/ 2665 w 2989"/>
                  <a:gd name="T47" fmla="*/ 593 h 2564"/>
                  <a:gd name="T48" fmla="*/ 2706 w 2989"/>
                  <a:gd name="T49" fmla="*/ 564 h 2564"/>
                  <a:gd name="T50" fmla="*/ 2747 w 2989"/>
                  <a:gd name="T51" fmla="*/ 567 h 2564"/>
                  <a:gd name="T52" fmla="*/ 2784 w 2989"/>
                  <a:gd name="T53" fmla="*/ 603 h 2564"/>
                  <a:gd name="T54" fmla="*/ 2989 w 2989"/>
                  <a:gd name="T55" fmla="*/ 868 h 2564"/>
                  <a:gd name="T56" fmla="*/ 2986 w 2989"/>
                  <a:gd name="T57" fmla="*/ 125 h 2564"/>
                  <a:gd name="T58" fmla="*/ 2963 w 2989"/>
                  <a:gd name="T59" fmla="*/ 70 h 2564"/>
                  <a:gd name="T60" fmla="*/ 2921 w 2989"/>
                  <a:gd name="T61" fmla="*/ 26 h 2564"/>
                  <a:gd name="T62" fmla="*/ 2865 w 2989"/>
                  <a:gd name="T63" fmla="*/ 3 h 2564"/>
                  <a:gd name="T64" fmla="*/ 1524 w 2989"/>
                  <a:gd name="T65" fmla="*/ 0 h 2564"/>
                  <a:gd name="T66" fmla="*/ 1477 w 2989"/>
                  <a:gd name="T67" fmla="*/ 7 h 2564"/>
                  <a:gd name="T68" fmla="*/ 1433 w 2989"/>
                  <a:gd name="T69" fmla="*/ 29 h 2564"/>
                  <a:gd name="T70" fmla="*/ 65 w 2989"/>
                  <a:gd name="T71" fmla="*/ 1014 h 2564"/>
                  <a:gd name="T72" fmla="*/ 18 w 2989"/>
                  <a:gd name="T73" fmla="*/ 1070 h 2564"/>
                  <a:gd name="T74" fmla="*/ 0 w 2989"/>
                  <a:gd name="T75" fmla="*/ 1141 h 2564"/>
                  <a:gd name="T76" fmla="*/ 4 w 2989"/>
                  <a:gd name="T77" fmla="*/ 2442 h 2564"/>
                  <a:gd name="T78" fmla="*/ 26 w 2989"/>
                  <a:gd name="T79" fmla="*/ 2496 h 2564"/>
                  <a:gd name="T80" fmla="*/ 70 w 2989"/>
                  <a:gd name="T81" fmla="*/ 2538 h 2564"/>
                  <a:gd name="T82" fmla="*/ 124 w 2989"/>
                  <a:gd name="T83" fmla="*/ 2562 h 2564"/>
                  <a:gd name="T84" fmla="*/ 893 w 2989"/>
                  <a:gd name="T85" fmla="*/ 2428 h 2564"/>
                  <a:gd name="T86" fmla="*/ 171 w 2989"/>
                  <a:gd name="T87" fmla="*/ 2426 h 2564"/>
                  <a:gd name="T88" fmla="*/ 130 w 2989"/>
                  <a:gd name="T89" fmla="*/ 2403 h 2564"/>
                  <a:gd name="T90" fmla="*/ 106 w 2989"/>
                  <a:gd name="T91" fmla="*/ 2360 h 2564"/>
                  <a:gd name="T92" fmla="*/ 104 w 2989"/>
                  <a:gd name="T93" fmla="*/ 1283 h 2564"/>
                  <a:gd name="T94" fmla="*/ 111 w 2989"/>
                  <a:gd name="T95" fmla="*/ 1251 h 2564"/>
                  <a:gd name="T96" fmla="*/ 156 w 2989"/>
                  <a:gd name="T97" fmla="*/ 1205 h 2564"/>
                  <a:gd name="T98" fmla="*/ 189 w 2989"/>
                  <a:gd name="T99" fmla="*/ 1198 h 2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989" h="2564">
                    <a:moveTo>
                      <a:pt x="1567" y="1020"/>
                    </a:moveTo>
                    <a:lnTo>
                      <a:pt x="2739" y="145"/>
                    </a:lnTo>
                    <a:lnTo>
                      <a:pt x="2739" y="145"/>
                    </a:lnTo>
                    <a:lnTo>
                      <a:pt x="2759" y="130"/>
                    </a:lnTo>
                    <a:lnTo>
                      <a:pt x="2783" y="118"/>
                    </a:lnTo>
                    <a:lnTo>
                      <a:pt x="2804" y="118"/>
                    </a:lnTo>
                    <a:lnTo>
                      <a:pt x="2804" y="118"/>
                    </a:lnTo>
                    <a:lnTo>
                      <a:pt x="2819" y="120"/>
                    </a:lnTo>
                    <a:lnTo>
                      <a:pt x="2832" y="124"/>
                    </a:lnTo>
                    <a:lnTo>
                      <a:pt x="2844" y="131"/>
                    </a:lnTo>
                    <a:lnTo>
                      <a:pt x="2856" y="141"/>
                    </a:lnTo>
                    <a:lnTo>
                      <a:pt x="2865" y="152"/>
                    </a:lnTo>
                    <a:lnTo>
                      <a:pt x="2872" y="164"/>
                    </a:lnTo>
                    <a:lnTo>
                      <a:pt x="2876" y="177"/>
                    </a:lnTo>
                    <a:lnTo>
                      <a:pt x="2878" y="192"/>
                    </a:lnTo>
                    <a:lnTo>
                      <a:pt x="2878" y="198"/>
                    </a:lnTo>
                    <a:lnTo>
                      <a:pt x="2878" y="198"/>
                    </a:lnTo>
                    <a:lnTo>
                      <a:pt x="2872" y="206"/>
                    </a:lnTo>
                    <a:lnTo>
                      <a:pt x="2865" y="213"/>
                    </a:lnTo>
                    <a:lnTo>
                      <a:pt x="2858" y="221"/>
                    </a:lnTo>
                    <a:lnTo>
                      <a:pt x="2851" y="227"/>
                    </a:lnTo>
                    <a:lnTo>
                      <a:pt x="1585" y="1177"/>
                    </a:lnTo>
                    <a:lnTo>
                      <a:pt x="1585" y="1135"/>
                    </a:lnTo>
                    <a:lnTo>
                      <a:pt x="1585" y="1135"/>
                    </a:lnTo>
                    <a:lnTo>
                      <a:pt x="1584" y="1121"/>
                    </a:lnTo>
                    <a:lnTo>
                      <a:pt x="1581" y="1109"/>
                    </a:lnTo>
                    <a:lnTo>
                      <a:pt x="1575" y="1096"/>
                    </a:lnTo>
                    <a:lnTo>
                      <a:pt x="1567" y="1086"/>
                    </a:lnTo>
                    <a:lnTo>
                      <a:pt x="1567" y="1086"/>
                    </a:lnTo>
                    <a:lnTo>
                      <a:pt x="1556" y="1075"/>
                    </a:lnTo>
                    <a:lnTo>
                      <a:pt x="1542" y="1068"/>
                    </a:lnTo>
                    <a:lnTo>
                      <a:pt x="1535" y="1066"/>
                    </a:lnTo>
                    <a:lnTo>
                      <a:pt x="1527" y="1063"/>
                    </a:lnTo>
                    <a:lnTo>
                      <a:pt x="1520" y="1061"/>
                    </a:lnTo>
                    <a:lnTo>
                      <a:pt x="1511" y="1061"/>
                    </a:lnTo>
                    <a:lnTo>
                      <a:pt x="1567" y="1020"/>
                    </a:lnTo>
                    <a:lnTo>
                      <a:pt x="1567" y="1020"/>
                    </a:lnTo>
                    <a:close/>
                    <a:moveTo>
                      <a:pt x="1375" y="1198"/>
                    </a:moveTo>
                    <a:lnTo>
                      <a:pt x="1375" y="1198"/>
                    </a:lnTo>
                    <a:lnTo>
                      <a:pt x="1383" y="1199"/>
                    </a:lnTo>
                    <a:lnTo>
                      <a:pt x="1390" y="1201"/>
                    </a:lnTo>
                    <a:lnTo>
                      <a:pt x="1399" y="1202"/>
                    </a:lnTo>
                    <a:lnTo>
                      <a:pt x="1405" y="1205"/>
                    </a:lnTo>
                    <a:lnTo>
                      <a:pt x="1418" y="1213"/>
                    </a:lnTo>
                    <a:lnTo>
                      <a:pt x="1429" y="1223"/>
                    </a:lnTo>
                    <a:lnTo>
                      <a:pt x="1429" y="1223"/>
                    </a:lnTo>
                    <a:lnTo>
                      <a:pt x="1438" y="1234"/>
                    </a:lnTo>
                    <a:lnTo>
                      <a:pt x="1443" y="1245"/>
                    </a:lnTo>
                    <a:lnTo>
                      <a:pt x="1447" y="1258"/>
                    </a:lnTo>
                    <a:lnTo>
                      <a:pt x="1449" y="1272"/>
                    </a:lnTo>
                    <a:lnTo>
                      <a:pt x="1449" y="1595"/>
                    </a:lnTo>
                    <a:lnTo>
                      <a:pt x="2078" y="1141"/>
                    </a:lnTo>
                    <a:lnTo>
                      <a:pt x="2078" y="1132"/>
                    </a:lnTo>
                    <a:lnTo>
                      <a:pt x="2078" y="1132"/>
                    </a:lnTo>
                    <a:lnTo>
                      <a:pt x="2080" y="1118"/>
                    </a:lnTo>
                    <a:lnTo>
                      <a:pt x="2084" y="1105"/>
                    </a:lnTo>
                    <a:lnTo>
                      <a:pt x="2089" y="1093"/>
                    </a:lnTo>
                    <a:lnTo>
                      <a:pt x="2098" y="1082"/>
                    </a:lnTo>
                    <a:lnTo>
                      <a:pt x="2108" y="1074"/>
                    </a:lnTo>
                    <a:lnTo>
                      <a:pt x="2120" y="1067"/>
                    </a:lnTo>
                    <a:lnTo>
                      <a:pt x="2133" y="1063"/>
                    </a:lnTo>
                    <a:lnTo>
                      <a:pt x="2147" y="1061"/>
                    </a:lnTo>
                    <a:lnTo>
                      <a:pt x="2147" y="1061"/>
                    </a:lnTo>
                    <a:lnTo>
                      <a:pt x="2155" y="1061"/>
                    </a:lnTo>
                    <a:lnTo>
                      <a:pt x="2163" y="1063"/>
                    </a:lnTo>
                    <a:lnTo>
                      <a:pt x="2172" y="1066"/>
                    </a:lnTo>
                    <a:lnTo>
                      <a:pt x="2179" y="1068"/>
                    </a:lnTo>
                    <a:lnTo>
                      <a:pt x="2365" y="935"/>
                    </a:lnTo>
                    <a:lnTo>
                      <a:pt x="2365" y="882"/>
                    </a:lnTo>
                    <a:lnTo>
                      <a:pt x="2365" y="882"/>
                    </a:lnTo>
                    <a:lnTo>
                      <a:pt x="2367" y="869"/>
                    </a:lnTo>
                    <a:lnTo>
                      <a:pt x="2371" y="855"/>
                    </a:lnTo>
                    <a:lnTo>
                      <a:pt x="2376" y="844"/>
                    </a:lnTo>
                    <a:lnTo>
                      <a:pt x="2385" y="834"/>
                    </a:lnTo>
                    <a:lnTo>
                      <a:pt x="2393" y="825"/>
                    </a:lnTo>
                    <a:lnTo>
                      <a:pt x="2404" y="819"/>
                    </a:lnTo>
                    <a:lnTo>
                      <a:pt x="2417" y="813"/>
                    </a:lnTo>
                    <a:lnTo>
                      <a:pt x="2431" y="812"/>
                    </a:lnTo>
                    <a:lnTo>
                      <a:pt x="2431" y="812"/>
                    </a:lnTo>
                    <a:lnTo>
                      <a:pt x="2443" y="812"/>
                    </a:lnTo>
                    <a:lnTo>
                      <a:pt x="2457" y="815"/>
                    </a:lnTo>
                    <a:lnTo>
                      <a:pt x="2468" y="820"/>
                    </a:lnTo>
                    <a:lnTo>
                      <a:pt x="2478" y="827"/>
                    </a:lnTo>
                    <a:lnTo>
                      <a:pt x="2488" y="837"/>
                    </a:lnTo>
                    <a:lnTo>
                      <a:pt x="2495" y="847"/>
                    </a:lnTo>
                    <a:lnTo>
                      <a:pt x="2500" y="859"/>
                    </a:lnTo>
                    <a:lnTo>
                      <a:pt x="2503" y="872"/>
                    </a:lnTo>
                    <a:lnTo>
                      <a:pt x="2503" y="872"/>
                    </a:lnTo>
                    <a:lnTo>
                      <a:pt x="2528" y="869"/>
                    </a:lnTo>
                    <a:lnTo>
                      <a:pt x="2553" y="868"/>
                    </a:lnTo>
                    <a:lnTo>
                      <a:pt x="2652" y="868"/>
                    </a:lnTo>
                    <a:lnTo>
                      <a:pt x="2652" y="632"/>
                    </a:lnTo>
                    <a:lnTo>
                      <a:pt x="2652" y="632"/>
                    </a:lnTo>
                    <a:lnTo>
                      <a:pt x="2654" y="618"/>
                    </a:lnTo>
                    <a:lnTo>
                      <a:pt x="2658" y="606"/>
                    </a:lnTo>
                    <a:lnTo>
                      <a:pt x="2665" y="593"/>
                    </a:lnTo>
                    <a:lnTo>
                      <a:pt x="2672" y="584"/>
                    </a:lnTo>
                    <a:lnTo>
                      <a:pt x="2683" y="575"/>
                    </a:lnTo>
                    <a:lnTo>
                      <a:pt x="2694" y="568"/>
                    </a:lnTo>
                    <a:lnTo>
                      <a:pt x="2706" y="564"/>
                    </a:lnTo>
                    <a:lnTo>
                      <a:pt x="2720" y="561"/>
                    </a:lnTo>
                    <a:lnTo>
                      <a:pt x="2720" y="561"/>
                    </a:lnTo>
                    <a:lnTo>
                      <a:pt x="2734" y="563"/>
                    </a:lnTo>
                    <a:lnTo>
                      <a:pt x="2747" y="567"/>
                    </a:lnTo>
                    <a:lnTo>
                      <a:pt x="2759" y="572"/>
                    </a:lnTo>
                    <a:lnTo>
                      <a:pt x="2769" y="581"/>
                    </a:lnTo>
                    <a:lnTo>
                      <a:pt x="2778" y="592"/>
                    </a:lnTo>
                    <a:lnTo>
                      <a:pt x="2784" y="603"/>
                    </a:lnTo>
                    <a:lnTo>
                      <a:pt x="2789" y="617"/>
                    </a:lnTo>
                    <a:lnTo>
                      <a:pt x="2790" y="631"/>
                    </a:lnTo>
                    <a:lnTo>
                      <a:pt x="2790" y="868"/>
                    </a:lnTo>
                    <a:lnTo>
                      <a:pt x="2989" y="868"/>
                    </a:lnTo>
                    <a:lnTo>
                      <a:pt x="2989" y="156"/>
                    </a:lnTo>
                    <a:lnTo>
                      <a:pt x="2989" y="156"/>
                    </a:lnTo>
                    <a:lnTo>
                      <a:pt x="2989" y="141"/>
                    </a:lnTo>
                    <a:lnTo>
                      <a:pt x="2986" y="125"/>
                    </a:lnTo>
                    <a:lnTo>
                      <a:pt x="2982" y="110"/>
                    </a:lnTo>
                    <a:lnTo>
                      <a:pt x="2977" y="96"/>
                    </a:lnTo>
                    <a:lnTo>
                      <a:pt x="2971" y="82"/>
                    </a:lnTo>
                    <a:lnTo>
                      <a:pt x="2963" y="70"/>
                    </a:lnTo>
                    <a:lnTo>
                      <a:pt x="2954" y="57"/>
                    </a:lnTo>
                    <a:lnTo>
                      <a:pt x="2943" y="46"/>
                    </a:lnTo>
                    <a:lnTo>
                      <a:pt x="2932" y="36"/>
                    </a:lnTo>
                    <a:lnTo>
                      <a:pt x="2921" y="26"/>
                    </a:lnTo>
                    <a:lnTo>
                      <a:pt x="2908" y="20"/>
                    </a:lnTo>
                    <a:lnTo>
                      <a:pt x="2895" y="13"/>
                    </a:lnTo>
                    <a:lnTo>
                      <a:pt x="2881" y="7"/>
                    </a:lnTo>
                    <a:lnTo>
                      <a:pt x="2865" y="3"/>
                    </a:lnTo>
                    <a:lnTo>
                      <a:pt x="2850" y="1"/>
                    </a:lnTo>
                    <a:lnTo>
                      <a:pt x="2833" y="0"/>
                    </a:lnTo>
                    <a:lnTo>
                      <a:pt x="1524" y="0"/>
                    </a:lnTo>
                    <a:lnTo>
                      <a:pt x="1524" y="0"/>
                    </a:lnTo>
                    <a:lnTo>
                      <a:pt x="1511" y="0"/>
                    </a:lnTo>
                    <a:lnTo>
                      <a:pt x="1500" y="3"/>
                    </a:lnTo>
                    <a:lnTo>
                      <a:pt x="1488" y="4"/>
                    </a:lnTo>
                    <a:lnTo>
                      <a:pt x="1477" y="7"/>
                    </a:lnTo>
                    <a:lnTo>
                      <a:pt x="1465" y="11"/>
                    </a:lnTo>
                    <a:lnTo>
                      <a:pt x="1454" y="17"/>
                    </a:lnTo>
                    <a:lnTo>
                      <a:pt x="1443" y="22"/>
                    </a:lnTo>
                    <a:lnTo>
                      <a:pt x="1433" y="29"/>
                    </a:lnTo>
                    <a:lnTo>
                      <a:pt x="1433" y="29"/>
                    </a:lnTo>
                    <a:lnTo>
                      <a:pt x="1432" y="29"/>
                    </a:lnTo>
                    <a:lnTo>
                      <a:pt x="65" y="1014"/>
                    </a:lnTo>
                    <a:lnTo>
                      <a:pt x="65" y="1014"/>
                    </a:lnTo>
                    <a:lnTo>
                      <a:pt x="52" y="1027"/>
                    </a:lnTo>
                    <a:lnTo>
                      <a:pt x="38" y="1039"/>
                    </a:lnTo>
                    <a:lnTo>
                      <a:pt x="26" y="1054"/>
                    </a:lnTo>
                    <a:lnTo>
                      <a:pt x="18" y="1070"/>
                    </a:lnTo>
                    <a:lnTo>
                      <a:pt x="11" y="1086"/>
                    </a:lnTo>
                    <a:lnTo>
                      <a:pt x="6" y="1105"/>
                    </a:lnTo>
                    <a:lnTo>
                      <a:pt x="1" y="1123"/>
                    </a:lnTo>
                    <a:lnTo>
                      <a:pt x="0" y="1141"/>
                    </a:lnTo>
                    <a:lnTo>
                      <a:pt x="0" y="2410"/>
                    </a:lnTo>
                    <a:lnTo>
                      <a:pt x="0" y="2410"/>
                    </a:lnTo>
                    <a:lnTo>
                      <a:pt x="1" y="2425"/>
                    </a:lnTo>
                    <a:lnTo>
                      <a:pt x="4" y="2442"/>
                    </a:lnTo>
                    <a:lnTo>
                      <a:pt x="7" y="2456"/>
                    </a:lnTo>
                    <a:lnTo>
                      <a:pt x="13" y="2470"/>
                    </a:lnTo>
                    <a:lnTo>
                      <a:pt x="20" y="2484"/>
                    </a:lnTo>
                    <a:lnTo>
                      <a:pt x="26" y="2496"/>
                    </a:lnTo>
                    <a:lnTo>
                      <a:pt x="36" y="2509"/>
                    </a:lnTo>
                    <a:lnTo>
                      <a:pt x="46" y="2520"/>
                    </a:lnTo>
                    <a:lnTo>
                      <a:pt x="57" y="2530"/>
                    </a:lnTo>
                    <a:lnTo>
                      <a:pt x="70" y="2538"/>
                    </a:lnTo>
                    <a:lnTo>
                      <a:pt x="82" y="2546"/>
                    </a:lnTo>
                    <a:lnTo>
                      <a:pt x="95" y="2553"/>
                    </a:lnTo>
                    <a:lnTo>
                      <a:pt x="110" y="2557"/>
                    </a:lnTo>
                    <a:lnTo>
                      <a:pt x="124" y="2562"/>
                    </a:lnTo>
                    <a:lnTo>
                      <a:pt x="139" y="2564"/>
                    </a:lnTo>
                    <a:lnTo>
                      <a:pt x="156" y="2564"/>
                    </a:lnTo>
                    <a:lnTo>
                      <a:pt x="893" y="2564"/>
                    </a:lnTo>
                    <a:lnTo>
                      <a:pt x="893" y="2428"/>
                    </a:lnTo>
                    <a:lnTo>
                      <a:pt x="189" y="2428"/>
                    </a:lnTo>
                    <a:lnTo>
                      <a:pt x="189" y="2428"/>
                    </a:lnTo>
                    <a:lnTo>
                      <a:pt x="180" y="2428"/>
                    </a:lnTo>
                    <a:lnTo>
                      <a:pt x="171" y="2426"/>
                    </a:lnTo>
                    <a:lnTo>
                      <a:pt x="164" y="2424"/>
                    </a:lnTo>
                    <a:lnTo>
                      <a:pt x="156" y="2421"/>
                    </a:lnTo>
                    <a:lnTo>
                      <a:pt x="142" y="2413"/>
                    </a:lnTo>
                    <a:lnTo>
                      <a:pt x="130" y="2403"/>
                    </a:lnTo>
                    <a:lnTo>
                      <a:pt x="118" y="2390"/>
                    </a:lnTo>
                    <a:lnTo>
                      <a:pt x="111" y="2376"/>
                    </a:lnTo>
                    <a:lnTo>
                      <a:pt x="107" y="2368"/>
                    </a:lnTo>
                    <a:lnTo>
                      <a:pt x="106" y="2360"/>
                    </a:lnTo>
                    <a:lnTo>
                      <a:pt x="104" y="2351"/>
                    </a:lnTo>
                    <a:lnTo>
                      <a:pt x="104" y="2343"/>
                    </a:lnTo>
                    <a:lnTo>
                      <a:pt x="104" y="1283"/>
                    </a:lnTo>
                    <a:lnTo>
                      <a:pt x="104" y="1283"/>
                    </a:lnTo>
                    <a:lnTo>
                      <a:pt x="104" y="1275"/>
                    </a:lnTo>
                    <a:lnTo>
                      <a:pt x="106" y="1266"/>
                    </a:lnTo>
                    <a:lnTo>
                      <a:pt x="107" y="1258"/>
                    </a:lnTo>
                    <a:lnTo>
                      <a:pt x="111" y="1251"/>
                    </a:lnTo>
                    <a:lnTo>
                      <a:pt x="118" y="1236"/>
                    </a:lnTo>
                    <a:lnTo>
                      <a:pt x="130" y="1223"/>
                    </a:lnTo>
                    <a:lnTo>
                      <a:pt x="142" y="1213"/>
                    </a:lnTo>
                    <a:lnTo>
                      <a:pt x="156" y="1205"/>
                    </a:lnTo>
                    <a:lnTo>
                      <a:pt x="164" y="1202"/>
                    </a:lnTo>
                    <a:lnTo>
                      <a:pt x="171" y="1201"/>
                    </a:lnTo>
                    <a:lnTo>
                      <a:pt x="180" y="1199"/>
                    </a:lnTo>
                    <a:lnTo>
                      <a:pt x="189" y="1198"/>
                    </a:lnTo>
                    <a:lnTo>
                      <a:pt x="1375" y="1198"/>
                    </a:lnTo>
                    <a:lnTo>
                      <a:pt x="1375" y="11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aseline="-25000" dirty="0"/>
              </a:p>
            </p:txBody>
          </p:sp>
          <p:sp>
            <p:nvSpPr>
              <p:cNvPr id="10" name="Freeform 16">
                <a:extLst>
                  <a:ext uri="{FF2B5EF4-FFF2-40B4-BE49-F238E27FC236}">
                    <a16:creationId xmlns:a16="http://schemas.microsoft.com/office/drawing/2014/main" id="{627054E6-F75B-5798-542F-DE1D03EC95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14" y="1900"/>
                <a:ext cx="996" cy="855"/>
              </a:xfrm>
              <a:custGeom>
                <a:avLst/>
                <a:gdLst>
                  <a:gd name="T0" fmla="*/ 2981 w 2989"/>
                  <a:gd name="T1" fmla="*/ 110 h 2566"/>
                  <a:gd name="T2" fmla="*/ 2943 w 2989"/>
                  <a:gd name="T3" fmla="*/ 46 h 2566"/>
                  <a:gd name="T4" fmla="*/ 2879 w 2989"/>
                  <a:gd name="T5" fmla="*/ 7 h 2566"/>
                  <a:gd name="T6" fmla="*/ 1522 w 2989"/>
                  <a:gd name="T7" fmla="*/ 0 h 2566"/>
                  <a:gd name="T8" fmla="*/ 1464 w 2989"/>
                  <a:gd name="T9" fmla="*/ 13 h 2566"/>
                  <a:gd name="T10" fmla="*/ 1432 w 2989"/>
                  <a:gd name="T11" fmla="*/ 31 h 2566"/>
                  <a:gd name="T12" fmla="*/ 26 w 2989"/>
                  <a:gd name="T13" fmla="*/ 1055 h 2566"/>
                  <a:gd name="T14" fmla="*/ 0 w 2989"/>
                  <a:gd name="T15" fmla="*/ 1141 h 2566"/>
                  <a:gd name="T16" fmla="*/ 7 w 2989"/>
                  <a:gd name="T17" fmla="*/ 2456 h 2566"/>
                  <a:gd name="T18" fmla="*/ 44 w 2989"/>
                  <a:gd name="T19" fmla="*/ 2520 h 2566"/>
                  <a:gd name="T20" fmla="*/ 108 w 2989"/>
                  <a:gd name="T21" fmla="*/ 2559 h 2566"/>
                  <a:gd name="T22" fmla="*/ 1525 w 2989"/>
                  <a:gd name="T23" fmla="*/ 2566 h 2566"/>
                  <a:gd name="T24" fmla="*/ 1593 w 2989"/>
                  <a:gd name="T25" fmla="*/ 2549 h 2566"/>
                  <a:gd name="T26" fmla="*/ 2937 w 2989"/>
                  <a:gd name="T27" fmla="*/ 1339 h 2566"/>
                  <a:gd name="T28" fmla="*/ 2975 w 2989"/>
                  <a:gd name="T29" fmla="*/ 1287 h 2566"/>
                  <a:gd name="T30" fmla="*/ 2988 w 2989"/>
                  <a:gd name="T31" fmla="*/ 156 h 2566"/>
                  <a:gd name="T32" fmla="*/ 1439 w 2989"/>
                  <a:gd name="T33" fmla="*/ 2429 h 2566"/>
                  <a:gd name="T34" fmla="*/ 1383 w 2989"/>
                  <a:gd name="T35" fmla="*/ 2459 h 2566"/>
                  <a:gd name="T36" fmla="*/ 192 w 2989"/>
                  <a:gd name="T37" fmla="*/ 2448 h 2566"/>
                  <a:gd name="T38" fmla="*/ 163 w 2989"/>
                  <a:gd name="T39" fmla="*/ 2392 h 2566"/>
                  <a:gd name="T40" fmla="*/ 174 w 2989"/>
                  <a:gd name="T41" fmla="*/ 1170 h 2566"/>
                  <a:gd name="T42" fmla="*/ 230 w 2989"/>
                  <a:gd name="T43" fmla="*/ 1141 h 2566"/>
                  <a:gd name="T44" fmla="*/ 1421 w 2989"/>
                  <a:gd name="T45" fmla="*/ 1152 h 2566"/>
                  <a:gd name="T46" fmla="*/ 1450 w 2989"/>
                  <a:gd name="T47" fmla="*/ 1208 h 2566"/>
                  <a:gd name="T48" fmla="*/ 1922 w 2989"/>
                  <a:gd name="T49" fmla="*/ 2012 h 2566"/>
                  <a:gd name="T50" fmla="*/ 1873 w 2989"/>
                  <a:gd name="T51" fmla="*/ 2052 h 2566"/>
                  <a:gd name="T52" fmla="*/ 1820 w 2989"/>
                  <a:gd name="T53" fmla="*/ 2042 h 2566"/>
                  <a:gd name="T54" fmla="*/ 1790 w 2989"/>
                  <a:gd name="T55" fmla="*/ 1985 h 2566"/>
                  <a:gd name="T56" fmla="*/ 1802 w 2989"/>
                  <a:gd name="T57" fmla="*/ 1342 h 2566"/>
                  <a:gd name="T58" fmla="*/ 1859 w 2989"/>
                  <a:gd name="T59" fmla="*/ 1311 h 2566"/>
                  <a:gd name="T60" fmla="*/ 1908 w 2989"/>
                  <a:gd name="T61" fmla="*/ 1332 h 2566"/>
                  <a:gd name="T62" fmla="*/ 1928 w 2989"/>
                  <a:gd name="T63" fmla="*/ 1985 h 2566"/>
                  <a:gd name="T64" fmla="*/ 2203 w 2989"/>
                  <a:gd name="T65" fmla="*/ 1773 h 2566"/>
                  <a:gd name="T66" fmla="*/ 2146 w 2989"/>
                  <a:gd name="T67" fmla="*/ 1804 h 2566"/>
                  <a:gd name="T68" fmla="*/ 2098 w 2989"/>
                  <a:gd name="T69" fmla="*/ 1785 h 2566"/>
                  <a:gd name="T70" fmla="*/ 2077 w 2989"/>
                  <a:gd name="T71" fmla="*/ 1130 h 2566"/>
                  <a:gd name="T72" fmla="*/ 2098 w 2989"/>
                  <a:gd name="T73" fmla="*/ 1081 h 2566"/>
                  <a:gd name="T74" fmla="*/ 2146 w 2989"/>
                  <a:gd name="T75" fmla="*/ 1062 h 2566"/>
                  <a:gd name="T76" fmla="*/ 2203 w 2989"/>
                  <a:gd name="T77" fmla="*/ 1092 h 2566"/>
                  <a:gd name="T78" fmla="*/ 2501 w 2989"/>
                  <a:gd name="T79" fmla="*/ 1487 h 2566"/>
                  <a:gd name="T80" fmla="*/ 2482 w 2989"/>
                  <a:gd name="T81" fmla="*/ 1534 h 2566"/>
                  <a:gd name="T82" fmla="*/ 2433 w 2989"/>
                  <a:gd name="T83" fmla="*/ 1555 h 2566"/>
                  <a:gd name="T84" fmla="*/ 2376 w 2989"/>
                  <a:gd name="T85" fmla="*/ 1524 h 2566"/>
                  <a:gd name="T86" fmla="*/ 2365 w 2989"/>
                  <a:gd name="T87" fmla="*/ 881 h 2566"/>
                  <a:gd name="T88" fmla="*/ 2394 w 2989"/>
                  <a:gd name="T89" fmla="*/ 823 h 2566"/>
                  <a:gd name="T90" fmla="*/ 2447 w 2989"/>
                  <a:gd name="T91" fmla="*/ 814 h 2566"/>
                  <a:gd name="T92" fmla="*/ 2496 w 2989"/>
                  <a:gd name="T93" fmla="*/ 854 h 2566"/>
                  <a:gd name="T94" fmla="*/ 2788 w 2989"/>
                  <a:gd name="T95" fmla="*/ 1236 h 2566"/>
                  <a:gd name="T96" fmla="*/ 2758 w 2989"/>
                  <a:gd name="T97" fmla="*/ 1293 h 2566"/>
                  <a:gd name="T98" fmla="*/ 2706 w 2989"/>
                  <a:gd name="T99" fmla="*/ 1304 h 2566"/>
                  <a:gd name="T100" fmla="*/ 2657 w 2989"/>
                  <a:gd name="T101" fmla="*/ 1264 h 2566"/>
                  <a:gd name="T102" fmla="*/ 2653 w 2989"/>
                  <a:gd name="T103" fmla="*/ 617 h 2566"/>
                  <a:gd name="T104" fmla="*/ 2694 w 2989"/>
                  <a:gd name="T105" fmla="*/ 567 h 2566"/>
                  <a:gd name="T106" fmla="*/ 2747 w 2989"/>
                  <a:gd name="T107" fmla="*/ 567 h 2566"/>
                  <a:gd name="T108" fmla="*/ 2787 w 2989"/>
                  <a:gd name="T109" fmla="*/ 617 h 2566"/>
                  <a:gd name="T110" fmla="*/ 2871 w 2989"/>
                  <a:gd name="T111" fmla="*/ 206 h 2566"/>
                  <a:gd name="T112" fmla="*/ 1585 w 2989"/>
                  <a:gd name="T113" fmla="*/ 1137 h 2566"/>
                  <a:gd name="T114" fmla="*/ 1565 w 2989"/>
                  <a:gd name="T115" fmla="*/ 1087 h 2566"/>
                  <a:gd name="T116" fmla="*/ 1526 w 2989"/>
                  <a:gd name="T117" fmla="*/ 1063 h 2566"/>
                  <a:gd name="T118" fmla="*/ 2737 w 2989"/>
                  <a:gd name="T119" fmla="*/ 145 h 2566"/>
                  <a:gd name="T120" fmla="*/ 2818 w 2989"/>
                  <a:gd name="T121" fmla="*/ 121 h 2566"/>
                  <a:gd name="T122" fmla="*/ 2871 w 2989"/>
                  <a:gd name="T123" fmla="*/ 165 h 2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989" h="2566">
                    <a:moveTo>
                      <a:pt x="2988" y="156"/>
                    </a:moveTo>
                    <a:lnTo>
                      <a:pt x="2988" y="156"/>
                    </a:lnTo>
                    <a:lnTo>
                      <a:pt x="2988" y="141"/>
                    </a:lnTo>
                    <a:lnTo>
                      <a:pt x="2985" y="126"/>
                    </a:lnTo>
                    <a:lnTo>
                      <a:pt x="2981" y="110"/>
                    </a:lnTo>
                    <a:lnTo>
                      <a:pt x="2976" y="96"/>
                    </a:lnTo>
                    <a:lnTo>
                      <a:pt x="2969" y="82"/>
                    </a:lnTo>
                    <a:lnTo>
                      <a:pt x="2961" y="70"/>
                    </a:lnTo>
                    <a:lnTo>
                      <a:pt x="2953" y="57"/>
                    </a:lnTo>
                    <a:lnTo>
                      <a:pt x="2943" y="46"/>
                    </a:lnTo>
                    <a:lnTo>
                      <a:pt x="2932" y="36"/>
                    </a:lnTo>
                    <a:lnTo>
                      <a:pt x="2919" y="28"/>
                    </a:lnTo>
                    <a:lnTo>
                      <a:pt x="2907" y="20"/>
                    </a:lnTo>
                    <a:lnTo>
                      <a:pt x="2893" y="13"/>
                    </a:lnTo>
                    <a:lnTo>
                      <a:pt x="2879" y="7"/>
                    </a:lnTo>
                    <a:lnTo>
                      <a:pt x="2864" y="4"/>
                    </a:lnTo>
                    <a:lnTo>
                      <a:pt x="2848" y="2"/>
                    </a:lnTo>
                    <a:lnTo>
                      <a:pt x="2832" y="0"/>
                    </a:lnTo>
                    <a:lnTo>
                      <a:pt x="1522" y="0"/>
                    </a:lnTo>
                    <a:lnTo>
                      <a:pt x="1522" y="0"/>
                    </a:lnTo>
                    <a:lnTo>
                      <a:pt x="1510" y="2"/>
                    </a:lnTo>
                    <a:lnTo>
                      <a:pt x="1499" y="3"/>
                    </a:lnTo>
                    <a:lnTo>
                      <a:pt x="1486" y="4"/>
                    </a:lnTo>
                    <a:lnTo>
                      <a:pt x="1475" y="9"/>
                    </a:lnTo>
                    <a:lnTo>
                      <a:pt x="1464" y="13"/>
                    </a:lnTo>
                    <a:lnTo>
                      <a:pt x="1453" y="17"/>
                    </a:lnTo>
                    <a:lnTo>
                      <a:pt x="1441" y="23"/>
                    </a:lnTo>
                    <a:lnTo>
                      <a:pt x="1432" y="30"/>
                    </a:lnTo>
                    <a:lnTo>
                      <a:pt x="1432" y="30"/>
                    </a:lnTo>
                    <a:lnTo>
                      <a:pt x="1432" y="31"/>
                    </a:lnTo>
                    <a:lnTo>
                      <a:pt x="64" y="1016"/>
                    </a:lnTo>
                    <a:lnTo>
                      <a:pt x="64" y="1016"/>
                    </a:lnTo>
                    <a:lnTo>
                      <a:pt x="50" y="1027"/>
                    </a:lnTo>
                    <a:lnTo>
                      <a:pt x="37" y="1041"/>
                    </a:lnTo>
                    <a:lnTo>
                      <a:pt x="26" y="1055"/>
                    </a:lnTo>
                    <a:lnTo>
                      <a:pt x="16" y="1070"/>
                    </a:lnTo>
                    <a:lnTo>
                      <a:pt x="10" y="1087"/>
                    </a:lnTo>
                    <a:lnTo>
                      <a:pt x="4" y="1105"/>
                    </a:lnTo>
                    <a:lnTo>
                      <a:pt x="0" y="1123"/>
                    </a:lnTo>
                    <a:lnTo>
                      <a:pt x="0" y="1141"/>
                    </a:lnTo>
                    <a:lnTo>
                      <a:pt x="0" y="2410"/>
                    </a:lnTo>
                    <a:lnTo>
                      <a:pt x="0" y="2410"/>
                    </a:lnTo>
                    <a:lnTo>
                      <a:pt x="0" y="2427"/>
                    </a:lnTo>
                    <a:lnTo>
                      <a:pt x="3" y="2442"/>
                    </a:lnTo>
                    <a:lnTo>
                      <a:pt x="7" y="2456"/>
                    </a:lnTo>
                    <a:lnTo>
                      <a:pt x="11" y="2471"/>
                    </a:lnTo>
                    <a:lnTo>
                      <a:pt x="18" y="2484"/>
                    </a:lnTo>
                    <a:lnTo>
                      <a:pt x="26" y="2498"/>
                    </a:lnTo>
                    <a:lnTo>
                      <a:pt x="35" y="2509"/>
                    </a:lnTo>
                    <a:lnTo>
                      <a:pt x="44" y="2520"/>
                    </a:lnTo>
                    <a:lnTo>
                      <a:pt x="55" y="2530"/>
                    </a:lnTo>
                    <a:lnTo>
                      <a:pt x="68" y="2540"/>
                    </a:lnTo>
                    <a:lnTo>
                      <a:pt x="81" y="2546"/>
                    </a:lnTo>
                    <a:lnTo>
                      <a:pt x="94" y="2553"/>
                    </a:lnTo>
                    <a:lnTo>
                      <a:pt x="108" y="2559"/>
                    </a:lnTo>
                    <a:lnTo>
                      <a:pt x="124" y="2562"/>
                    </a:lnTo>
                    <a:lnTo>
                      <a:pt x="139" y="2565"/>
                    </a:lnTo>
                    <a:lnTo>
                      <a:pt x="154" y="2566"/>
                    </a:lnTo>
                    <a:lnTo>
                      <a:pt x="1525" y="2566"/>
                    </a:lnTo>
                    <a:lnTo>
                      <a:pt x="1525" y="2566"/>
                    </a:lnTo>
                    <a:lnTo>
                      <a:pt x="1539" y="2565"/>
                    </a:lnTo>
                    <a:lnTo>
                      <a:pt x="1553" y="2563"/>
                    </a:lnTo>
                    <a:lnTo>
                      <a:pt x="1567" y="2559"/>
                    </a:lnTo>
                    <a:lnTo>
                      <a:pt x="1581" y="2555"/>
                    </a:lnTo>
                    <a:lnTo>
                      <a:pt x="1593" y="2549"/>
                    </a:lnTo>
                    <a:lnTo>
                      <a:pt x="1606" y="2542"/>
                    </a:lnTo>
                    <a:lnTo>
                      <a:pt x="1617" y="2534"/>
                    </a:lnTo>
                    <a:lnTo>
                      <a:pt x="1628" y="2526"/>
                    </a:lnTo>
                    <a:lnTo>
                      <a:pt x="2774" y="1487"/>
                    </a:lnTo>
                    <a:lnTo>
                      <a:pt x="2937" y="1339"/>
                    </a:lnTo>
                    <a:lnTo>
                      <a:pt x="2937" y="1339"/>
                    </a:lnTo>
                    <a:lnTo>
                      <a:pt x="2949" y="1328"/>
                    </a:lnTo>
                    <a:lnTo>
                      <a:pt x="2958" y="1315"/>
                    </a:lnTo>
                    <a:lnTo>
                      <a:pt x="2968" y="1301"/>
                    </a:lnTo>
                    <a:lnTo>
                      <a:pt x="2975" y="1287"/>
                    </a:lnTo>
                    <a:lnTo>
                      <a:pt x="2981" y="1272"/>
                    </a:lnTo>
                    <a:lnTo>
                      <a:pt x="2985" y="1255"/>
                    </a:lnTo>
                    <a:lnTo>
                      <a:pt x="2988" y="1240"/>
                    </a:lnTo>
                    <a:lnTo>
                      <a:pt x="2989" y="1223"/>
                    </a:lnTo>
                    <a:lnTo>
                      <a:pt x="2988" y="156"/>
                    </a:lnTo>
                    <a:close/>
                    <a:moveTo>
                      <a:pt x="1450" y="2392"/>
                    </a:moveTo>
                    <a:lnTo>
                      <a:pt x="1450" y="2392"/>
                    </a:lnTo>
                    <a:lnTo>
                      <a:pt x="1448" y="2404"/>
                    </a:lnTo>
                    <a:lnTo>
                      <a:pt x="1446" y="2417"/>
                    </a:lnTo>
                    <a:lnTo>
                      <a:pt x="1439" y="2429"/>
                    </a:lnTo>
                    <a:lnTo>
                      <a:pt x="1430" y="2439"/>
                    </a:lnTo>
                    <a:lnTo>
                      <a:pt x="1421" y="2448"/>
                    </a:lnTo>
                    <a:lnTo>
                      <a:pt x="1409" y="2453"/>
                    </a:lnTo>
                    <a:lnTo>
                      <a:pt x="1397" y="2457"/>
                    </a:lnTo>
                    <a:lnTo>
                      <a:pt x="1383" y="2459"/>
                    </a:lnTo>
                    <a:lnTo>
                      <a:pt x="230" y="2459"/>
                    </a:lnTo>
                    <a:lnTo>
                      <a:pt x="230" y="2459"/>
                    </a:lnTo>
                    <a:lnTo>
                      <a:pt x="216" y="2457"/>
                    </a:lnTo>
                    <a:lnTo>
                      <a:pt x="203" y="2453"/>
                    </a:lnTo>
                    <a:lnTo>
                      <a:pt x="192" y="2448"/>
                    </a:lnTo>
                    <a:lnTo>
                      <a:pt x="182" y="2439"/>
                    </a:lnTo>
                    <a:lnTo>
                      <a:pt x="174" y="2429"/>
                    </a:lnTo>
                    <a:lnTo>
                      <a:pt x="167" y="2417"/>
                    </a:lnTo>
                    <a:lnTo>
                      <a:pt x="164" y="2404"/>
                    </a:lnTo>
                    <a:lnTo>
                      <a:pt x="163" y="2392"/>
                    </a:lnTo>
                    <a:lnTo>
                      <a:pt x="163" y="1208"/>
                    </a:lnTo>
                    <a:lnTo>
                      <a:pt x="163" y="1208"/>
                    </a:lnTo>
                    <a:lnTo>
                      <a:pt x="164" y="1194"/>
                    </a:lnTo>
                    <a:lnTo>
                      <a:pt x="167" y="1181"/>
                    </a:lnTo>
                    <a:lnTo>
                      <a:pt x="174" y="1170"/>
                    </a:lnTo>
                    <a:lnTo>
                      <a:pt x="182" y="1161"/>
                    </a:lnTo>
                    <a:lnTo>
                      <a:pt x="192" y="1152"/>
                    </a:lnTo>
                    <a:lnTo>
                      <a:pt x="203" y="1147"/>
                    </a:lnTo>
                    <a:lnTo>
                      <a:pt x="216" y="1142"/>
                    </a:lnTo>
                    <a:lnTo>
                      <a:pt x="230" y="1141"/>
                    </a:lnTo>
                    <a:lnTo>
                      <a:pt x="1383" y="1141"/>
                    </a:lnTo>
                    <a:lnTo>
                      <a:pt x="1383" y="1141"/>
                    </a:lnTo>
                    <a:lnTo>
                      <a:pt x="1397" y="1142"/>
                    </a:lnTo>
                    <a:lnTo>
                      <a:pt x="1409" y="1147"/>
                    </a:lnTo>
                    <a:lnTo>
                      <a:pt x="1421" y="1152"/>
                    </a:lnTo>
                    <a:lnTo>
                      <a:pt x="1430" y="1161"/>
                    </a:lnTo>
                    <a:lnTo>
                      <a:pt x="1439" y="1170"/>
                    </a:lnTo>
                    <a:lnTo>
                      <a:pt x="1446" y="1181"/>
                    </a:lnTo>
                    <a:lnTo>
                      <a:pt x="1448" y="1194"/>
                    </a:lnTo>
                    <a:lnTo>
                      <a:pt x="1450" y="1208"/>
                    </a:lnTo>
                    <a:lnTo>
                      <a:pt x="1450" y="2392"/>
                    </a:lnTo>
                    <a:close/>
                    <a:moveTo>
                      <a:pt x="1928" y="1985"/>
                    </a:moveTo>
                    <a:lnTo>
                      <a:pt x="1928" y="1985"/>
                    </a:lnTo>
                    <a:lnTo>
                      <a:pt x="1926" y="1999"/>
                    </a:lnTo>
                    <a:lnTo>
                      <a:pt x="1922" y="2012"/>
                    </a:lnTo>
                    <a:lnTo>
                      <a:pt x="1916" y="2024"/>
                    </a:lnTo>
                    <a:lnTo>
                      <a:pt x="1908" y="2034"/>
                    </a:lnTo>
                    <a:lnTo>
                      <a:pt x="1897" y="2042"/>
                    </a:lnTo>
                    <a:lnTo>
                      <a:pt x="1886" y="2048"/>
                    </a:lnTo>
                    <a:lnTo>
                      <a:pt x="1873" y="2052"/>
                    </a:lnTo>
                    <a:lnTo>
                      <a:pt x="1859" y="2053"/>
                    </a:lnTo>
                    <a:lnTo>
                      <a:pt x="1859" y="2053"/>
                    </a:lnTo>
                    <a:lnTo>
                      <a:pt x="1845" y="2052"/>
                    </a:lnTo>
                    <a:lnTo>
                      <a:pt x="1833" y="2048"/>
                    </a:lnTo>
                    <a:lnTo>
                      <a:pt x="1820" y="2042"/>
                    </a:lnTo>
                    <a:lnTo>
                      <a:pt x="1811" y="2034"/>
                    </a:lnTo>
                    <a:lnTo>
                      <a:pt x="1802" y="2024"/>
                    </a:lnTo>
                    <a:lnTo>
                      <a:pt x="1795" y="2012"/>
                    </a:lnTo>
                    <a:lnTo>
                      <a:pt x="1791" y="1999"/>
                    </a:lnTo>
                    <a:lnTo>
                      <a:pt x="1790" y="1985"/>
                    </a:lnTo>
                    <a:lnTo>
                      <a:pt x="1790" y="1379"/>
                    </a:lnTo>
                    <a:lnTo>
                      <a:pt x="1790" y="1379"/>
                    </a:lnTo>
                    <a:lnTo>
                      <a:pt x="1791" y="1367"/>
                    </a:lnTo>
                    <a:lnTo>
                      <a:pt x="1795" y="1353"/>
                    </a:lnTo>
                    <a:lnTo>
                      <a:pt x="1802" y="1342"/>
                    </a:lnTo>
                    <a:lnTo>
                      <a:pt x="1811" y="1332"/>
                    </a:lnTo>
                    <a:lnTo>
                      <a:pt x="1820" y="1324"/>
                    </a:lnTo>
                    <a:lnTo>
                      <a:pt x="1833" y="1317"/>
                    </a:lnTo>
                    <a:lnTo>
                      <a:pt x="1845" y="1312"/>
                    </a:lnTo>
                    <a:lnTo>
                      <a:pt x="1859" y="1311"/>
                    </a:lnTo>
                    <a:lnTo>
                      <a:pt x="1859" y="1311"/>
                    </a:lnTo>
                    <a:lnTo>
                      <a:pt x="1873" y="1312"/>
                    </a:lnTo>
                    <a:lnTo>
                      <a:pt x="1886" y="1317"/>
                    </a:lnTo>
                    <a:lnTo>
                      <a:pt x="1897" y="1324"/>
                    </a:lnTo>
                    <a:lnTo>
                      <a:pt x="1908" y="1332"/>
                    </a:lnTo>
                    <a:lnTo>
                      <a:pt x="1916" y="1342"/>
                    </a:lnTo>
                    <a:lnTo>
                      <a:pt x="1922" y="1353"/>
                    </a:lnTo>
                    <a:lnTo>
                      <a:pt x="1926" y="1367"/>
                    </a:lnTo>
                    <a:lnTo>
                      <a:pt x="1928" y="1379"/>
                    </a:lnTo>
                    <a:lnTo>
                      <a:pt x="1928" y="1985"/>
                    </a:lnTo>
                    <a:close/>
                    <a:moveTo>
                      <a:pt x="2215" y="1736"/>
                    </a:moveTo>
                    <a:lnTo>
                      <a:pt x="2215" y="1736"/>
                    </a:lnTo>
                    <a:lnTo>
                      <a:pt x="2213" y="1750"/>
                    </a:lnTo>
                    <a:lnTo>
                      <a:pt x="2209" y="1762"/>
                    </a:lnTo>
                    <a:lnTo>
                      <a:pt x="2203" y="1773"/>
                    </a:lnTo>
                    <a:lnTo>
                      <a:pt x="2195" y="1785"/>
                    </a:lnTo>
                    <a:lnTo>
                      <a:pt x="2184" y="1793"/>
                    </a:lnTo>
                    <a:lnTo>
                      <a:pt x="2173" y="1799"/>
                    </a:lnTo>
                    <a:lnTo>
                      <a:pt x="2160" y="1803"/>
                    </a:lnTo>
                    <a:lnTo>
                      <a:pt x="2146" y="1804"/>
                    </a:lnTo>
                    <a:lnTo>
                      <a:pt x="2146" y="1804"/>
                    </a:lnTo>
                    <a:lnTo>
                      <a:pt x="2132" y="1803"/>
                    </a:lnTo>
                    <a:lnTo>
                      <a:pt x="2120" y="1799"/>
                    </a:lnTo>
                    <a:lnTo>
                      <a:pt x="2107" y="1793"/>
                    </a:lnTo>
                    <a:lnTo>
                      <a:pt x="2098" y="1785"/>
                    </a:lnTo>
                    <a:lnTo>
                      <a:pt x="2089" y="1773"/>
                    </a:lnTo>
                    <a:lnTo>
                      <a:pt x="2082" y="1762"/>
                    </a:lnTo>
                    <a:lnTo>
                      <a:pt x="2078" y="1750"/>
                    </a:lnTo>
                    <a:lnTo>
                      <a:pt x="2077" y="1736"/>
                    </a:lnTo>
                    <a:lnTo>
                      <a:pt x="2077" y="1130"/>
                    </a:lnTo>
                    <a:lnTo>
                      <a:pt x="2077" y="1130"/>
                    </a:lnTo>
                    <a:lnTo>
                      <a:pt x="2078" y="1116"/>
                    </a:lnTo>
                    <a:lnTo>
                      <a:pt x="2082" y="1103"/>
                    </a:lnTo>
                    <a:lnTo>
                      <a:pt x="2089" y="1092"/>
                    </a:lnTo>
                    <a:lnTo>
                      <a:pt x="2098" y="1081"/>
                    </a:lnTo>
                    <a:lnTo>
                      <a:pt x="2107" y="1073"/>
                    </a:lnTo>
                    <a:lnTo>
                      <a:pt x="2120" y="1067"/>
                    </a:lnTo>
                    <a:lnTo>
                      <a:pt x="2132" y="1063"/>
                    </a:lnTo>
                    <a:lnTo>
                      <a:pt x="2146" y="1062"/>
                    </a:lnTo>
                    <a:lnTo>
                      <a:pt x="2146" y="1062"/>
                    </a:lnTo>
                    <a:lnTo>
                      <a:pt x="2160" y="1063"/>
                    </a:lnTo>
                    <a:lnTo>
                      <a:pt x="2173" y="1067"/>
                    </a:lnTo>
                    <a:lnTo>
                      <a:pt x="2184" y="1073"/>
                    </a:lnTo>
                    <a:lnTo>
                      <a:pt x="2195" y="1081"/>
                    </a:lnTo>
                    <a:lnTo>
                      <a:pt x="2203" y="1092"/>
                    </a:lnTo>
                    <a:lnTo>
                      <a:pt x="2209" y="1103"/>
                    </a:lnTo>
                    <a:lnTo>
                      <a:pt x="2213" y="1116"/>
                    </a:lnTo>
                    <a:lnTo>
                      <a:pt x="2215" y="1130"/>
                    </a:lnTo>
                    <a:lnTo>
                      <a:pt x="2215" y="1736"/>
                    </a:lnTo>
                    <a:close/>
                    <a:moveTo>
                      <a:pt x="2501" y="1487"/>
                    </a:moveTo>
                    <a:lnTo>
                      <a:pt x="2501" y="1487"/>
                    </a:lnTo>
                    <a:lnTo>
                      <a:pt x="2500" y="1500"/>
                    </a:lnTo>
                    <a:lnTo>
                      <a:pt x="2496" y="1513"/>
                    </a:lnTo>
                    <a:lnTo>
                      <a:pt x="2490" y="1524"/>
                    </a:lnTo>
                    <a:lnTo>
                      <a:pt x="2482" y="1534"/>
                    </a:lnTo>
                    <a:lnTo>
                      <a:pt x="2471" y="1544"/>
                    </a:lnTo>
                    <a:lnTo>
                      <a:pt x="2460" y="1549"/>
                    </a:lnTo>
                    <a:lnTo>
                      <a:pt x="2447" y="1553"/>
                    </a:lnTo>
                    <a:lnTo>
                      <a:pt x="2433" y="1555"/>
                    </a:lnTo>
                    <a:lnTo>
                      <a:pt x="2433" y="1555"/>
                    </a:lnTo>
                    <a:lnTo>
                      <a:pt x="2419" y="1553"/>
                    </a:lnTo>
                    <a:lnTo>
                      <a:pt x="2407" y="1549"/>
                    </a:lnTo>
                    <a:lnTo>
                      <a:pt x="2394" y="1544"/>
                    </a:lnTo>
                    <a:lnTo>
                      <a:pt x="2384" y="1534"/>
                    </a:lnTo>
                    <a:lnTo>
                      <a:pt x="2376" y="1524"/>
                    </a:lnTo>
                    <a:lnTo>
                      <a:pt x="2369" y="1513"/>
                    </a:lnTo>
                    <a:lnTo>
                      <a:pt x="2366" y="1500"/>
                    </a:lnTo>
                    <a:lnTo>
                      <a:pt x="2365" y="1487"/>
                    </a:lnTo>
                    <a:lnTo>
                      <a:pt x="2365" y="881"/>
                    </a:lnTo>
                    <a:lnTo>
                      <a:pt x="2365" y="881"/>
                    </a:lnTo>
                    <a:lnTo>
                      <a:pt x="2366" y="867"/>
                    </a:lnTo>
                    <a:lnTo>
                      <a:pt x="2369" y="854"/>
                    </a:lnTo>
                    <a:lnTo>
                      <a:pt x="2376" y="843"/>
                    </a:lnTo>
                    <a:lnTo>
                      <a:pt x="2384" y="832"/>
                    </a:lnTo>
                    <a:lnTo>
                      <a:pt x="2394" y="823"/>
                    </a:lnTo>
                    <a:lnTo>
                      <a:pt x="2407" y="818"/>
                    </a:lnTo>
                    <a:lnTo>
                      <a:pt x="2419" y="814"/>
                    </a:lnTo>
                    <a:lnTo>
                      <a:pt x="2433" y="812"/>
                    </a:lnTo>
                    <a:lnTo>
                      <a:pt x="2433" y="812"/>
                    </a:lnTo>
                    <a:lnTo>
                      <a:pt x="2447" y="814"/>
                    </a:lnTo>
                    <a:lnTo>
                      <a:pt x="2460" y="818"/>
                    </a:lnTo>
                    <a:lnTo>
                      <a:pt x="2471" y="823"/>
                    </a:lnTo>
                    <a:lnTo>
                      <a:pt x="2482" y="832"/>
                    </a:lnTo>
                    <a:lnTo>
                      <a:pt x="2490" y="843"/>
                    </a:lnTo>
                    <a:lnTo>
                      <a:pt x="2496" y="854"/>
                    </a:lnTo>
                    <a:lnTo>
                      <a:pt x="2500" y="867"/>
                    </a:lnTo>
                    <a:lnTo>
                      <a:pt x="2501" y="881"/>
                    </a:lnTo>
                    <a:lnTo>
                      <a:pt x="2501" y="1487"/>
                    </a:lnTo>
                    <a:close/>
                    <a:moveTo>
                      <a:pt x="2788" y="1236"/>
                    </a:moveTo>
                    <a:lnTo>
                      <a:pt x="2788" y="1236"/>
                    </a:lnTo>
                    <a:lnTo>
                      <a:pt x="2787" y="1250"/>
                    </a:lnTo>
                    <a:lnTo>
                      <a:pt x="2783" y="1264"/>
                    </a:lnTo>
                    <a:lnTo>
                      <a:pt x="2777" y="1275"/>
                    </a:lnTo>
                    <a:lnTo>
                      <a:pt x="2769" y="1285"/>
                    </a:lnTo>
                    <a:lnTo>
                      <a:pt x="2758" y="1293"/>
                    </a:lnTo>
                    <a:lnTo>
                      <a:pt x="2747" y="1300"/>
                    </a:lnTo>
                    <a:lnTo>
                      <a:pt x="2734" y="1304"/>
                    </a:lnTo>
                    <a:lnTo>
                      <a:pt x="2720" y="1305"/>
                    </a:lnTo>
                    <a:lnTo>
                      <a:pt x="2720" y="1305"/>
                    </a:lnTo>
                    <a:lnTo>
                      <a:pt x="2706" y="1304"/>
                    </a:lnTo>
                    <a:lnTo>
                      <a:pt x="2694" y="1300"/>
                    </a:lnTo>
                    <a:lnTo>
                      <a:pt x="2681" y="1293"/>
                    </a:lnTo>
                    <a:lnTo>
                      <a:pt x="2671" y="1285"/>
                    </a:lnTo>
                    <a:lnTo>
                      <a:pt x="2663" y="1275"/>
                    </a:lnTo>
                    <a:lnTo>
                      <a:pt x="2657" y="1264"/>
                    </a:lnTo>
                    <a:lnTo>
                      <a:pt x="2653" y="1250"/>
                    </a:lnTo>
                    <a:lnTo>
                      <a:pt x="2652" y="1236"/>
                    </a:lnTo>
                    <a:lnTo>
                      <a:pt x="2652" y="631"/>
                    </a:lnTo>
                    <a:lnTo>
                      <a:pt x="2652" y="631"/>
                    </a:lnTo>
                    <a:lnTo>
                      <a:pt x="2653" y="617"/>
                    </a:lnTo>
                    <a:lnTo>
                      <a:pt x="2657" y="605"/>
                    </a:lnTo>
                    <a:lnTo>
                      <a:pt x="2663" y="592"/>
                    </a:lnTo>
                    <a:lnTo>
                      <a:pt x="2671" y="583"/>
                    </a:lnTo>
                    <a:lnTo>
                      <a:pt x="2681" y="574"/>
                    </a:lnTo>
                    <a:lnTo>
                      <a:pt x="2694" y="567"/>
                    </a:lnTo>
                    <a:lnTo>
                      <a:pt x="2706" y="564"/>
                    </a:lnTo>
                    <a:lnTo>
                      <a:pt x="2720" y="563"/>
                    </a:lnTo>
                    <a:lnTo>
                      <a:pt x="2720" y="563"/>
                    </a:lnTo>
                    <a:lnTo>
                      <a:pt x="2734" y="564"/>
                    </a:lnTo>
                    <a:lnTo>
                      <a:pt x="2747" y="567"/>
                    </a:lnTo>
                    <a:lnTo>
                      <a:pt x="2758" y="574"/>
                    </a:lnTo>
                    <a:lnTo>
                      <a:pt x="2769" y="583"/>
                    </a:lnTo>
                    <a:lnTo>
                      <a:pt x="2777" y="592"/>
                    </a:lnTo>
                    <a:lnTo>
                      <a:pt x="2783" y="605"/>
                    </a:lnTo>
                    <a:lnTo>
                      <a:pt x="2787" y="617"/>
                    </a:lnTo>
                    <a:lnTo>
                      <a:pt x="2788" y="631"/>
                    </a:lnTo>
                    <a:lnTo>
                      <a:pt x="2788" y="1236"/>
                    </a:lnTo>
                    <a:close/>
                    <a:moveTo>
                      <a:pt x="2876" y="198"/>
                    </a:moveTo>
                    <a:lnTo>
                      <a:pt x="2876" y="198"/>
                    </a:lnTo>
                    <a:lnTo>
                      <a:pt x="2871" y="206"/>
                    </a:lnTo>
                    <a:lnTo>
                      <a:pt x="2864" y="215"/>
                    </a:lnTo>
                    <a:lnTo>
                      <a:pt x="2857" y="222"/>
                    </a:lnTo>
                    <a:lnTo>
                      <a:pt x="2850" y="227"/>
                    </a:lnTo>
                    <a:lnTo>
                      <a:pt x="1585" y="1177"/>
                    </a:lnTo>
                    <a:lnTo>
                      <a:pt x="1585" y="1137"/>
                    </a:lnTo>
                    <a:lnTo>
                      <a:pt x="1585" y="1137"/>
                    </a:lnTo>
                    <a:lnTo>
                      <a:pt x="1584" y="1123"/>
                    </a:lnTo>
                    <a:lnTo>
                      <a:pt x="1579" y="1109"/>
                    </a:lnTo>
                    <a:lnTo>
                      <a:pt x="1574" y="1098"/>
                    </a:lnTo>
                    <a:lnTo>
                      <a:pt x="1565" y="1087"/>
                    </a:lnTo>
                    <a:lnTo>
                      <a:pt x="1565" y="1087"/>
                    </a:lnTo>
                    <a:lnTo>
                      <a:pt x="1554" y="1077"/>
                    </a:lnTo>
                    <a:lnTo>
                      <a:pt x="1540" y="1069"/>
                    </a:lnTo>
                    <a:lnTo>
                      <a:pt x="1533" y="1066"/>
                    </a:lnTo>
                    <a:lnTo>
                      <a:pt x="1526" y="1063"/>
                    </a:lnTo>
                    <a:lnTo>
                      <a:pt x="1518" y="1062"/>
                    </a:lnTo>
                    <a:lnTo>
                      <a:pt x="1510" y="1062"/>
                    </a:lnTo>
                    <a:lnTo>
                      <a:pt x="1565" y="1020"/>
                    </a:lnTo>
                    <a:lnTo>
                      <a:pt x="2737" y="145"/>
                    </a:lnTo>
                    <a:lnTo>
                      <a:pt x="2737" y="145"/>
                    </a:lnTo>
                    <a:lnTo>
                      <a:pt x="2759" y="131"/>
                    </a:lnTo>
                    <a:lnTo>
                      <a:pt x="2781" y="120"/>
                    </a:lnTo>
                    <a:lnTo>
                      <a:pt x="2802" y="120"/>
                    </a:lnTo>
                    <a:lnTo>
                      <a:pt x="2802" y="120"/>
                    </a:lnTo>
                    <a:lnTo>
                      <a:pt x="2818" y="121"/>
                    </a:lnTo>
                    <a:lnTo>
                      <a:pt x="2832" y="126"/>
                    </a:lnTo>
                    <a:lnTo>
                      <a:pt x="2844" y="133"/>
                    </a:lnTo>
                    <a:lnTo>
                      <a:pt x="2854" y="141"/>
                    </a:lnTo>
                    <a:lnTo>
                      <a:pt x="2864" y="152"/>
                    </a:lnTo>
                    <a:lnTo>
                      <a:pt x="2871" y="165"/>
                    </a:lnTo>
                    <a:lnTo>
                      <a:pt x="2875" y="179"/>
                    </a:lnTo>
                    <a:lnTo>
                      <a:pt x="2876" y="193"/>
                    </a:lnTo>
                    <a:lnTo>
                      <a:pt x="2876" y="1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aseline="-25000" dirty="0"/>
              </a:p>
            </p:txBody>
          </p:sp>
        </p:grpSp>
        <p:pic>
          <p:nvPicPr>
            <p:cNvPr id="5" name="Graphic 4" descr="Lightning bolt with solid fill">
              <a:extLst>
                <a:ext uri="{FF2B5EF4-FFF2-40B4-BE49-F238E27FC236}">
                  <a16:creationId xmlns:a16="http://schemas.microsoft.com/office/drawing/2014/main" id="{5F78AF2E-DCF9-C8CA-7E23-2BACD591F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7404" y="3688063"/>
              <a:ext cx="152513" cy="152513"/>
            </a:xfrm>
            <a:prstGeom prst="rect">
              <a:avLst/>
            </a:prstGeom>
          </p:spPr>
        </p:pic>
        <p:pic>
          <p:nvPicPr>
            <p:cNvPr id="7" name="Graphic 6" descr="Lightning bolt with solid fill">
              <a:extLst>
                <a:ext uri="{FF2B5EF4-FFF2-40B4-BE49-F238E27FC236}">
                  <a16:creationId xmlns:a16="http://schemas.microsoft.com/office/drawing/2014/main" id="{0FB8E815-1882-5280-B65C-D1A284664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70414" y="3539335"/>
              <a:ext cx="152513" cy="152513"/>
            </a:xfrm>
            <a:prstGeom prst="rect">
              <a:avLst/>
            </a:prstGeom>
          </p:spPr>
        </p:pic>
      </p:grp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D416CBB-A9DB-BB8D-7B4B-CD70CA129692}"/>
              </a:ext>
            </a:extLst>
          </p:cNvPr>
          <p:cNvCxnSpPr>
            <a:cxnSpLocks/>
          </p:cNvCxnSpPr>
          <p:nvPr/>
        </p:nvCxnSpPr>
        <p:spPr>
          <a:xfrm>
            <a:off x="8988884" y="3450984"/>
            <a:ext cx="475055" cy="175705"/>
          </a:xfrm>
          <a:prstGeom prst="bentConnector3">
            <a:avLst>
              <a:gd name="adj1" fmla="val 9565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8E0611-7282-5899-3ECE-D99E57D3EBF8}"/>
              </a:ext>
            </a:extLst>
          </p:cNvPr>
          <p:cNvSpPr txBox="1"/>
          <p:nvPr/>
        </p:nvSpPr>
        <p:spPr>
          <a:xfrm>
            <a:off x="7995917" y="4114662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GFL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57CB9B-2A88-E039-6C64-A2506C9EDBE8}"/>
              </a:ext>
            </a:extLst>
          </p:cNvPr>
          <p:cNvSpPr txBox="1"/>
          <p:nvPr/>
        </p:nvSpPr>
        <p:spPr>
          <a:xfrm>
            <a:off x="9335295" y="4134453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GFL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E33C0F-0A6A-E618-BD67-079FF52C0780}"/>
              </a:ext>
            </a:extLst>
          </p:cNvPr>
          <p:cNvSpPr txBox="1"/>
          <p:nvPr/>
        </p:nvSpPr>
        <p:spPr>
          <a:xfrm>
            <a:off x="2611994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6C1B9A-39A9-17CF-C402-6A86018DC8F1}"/>
              </a:ext>
            </a:extLst>
          </p:cNvPr>
          <p:cNvSpPr txBox="1"/>
          <p:nvPr/>
        </p:nvSpPr>
        <p:spPr>
          <a:xfrm>
            <a:off x="4012215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B2EE61-7185-4AD2-FEE1-D5DD42A401A0}"/>
              </a:ext>
            </a:extLst>
          </p:cNvPr>
          <p:cNvSpPr txBox="1"/>
          <p:nvPr/>
        </p:nvSpPr>
        <p:spPr>
          <a:xfrm>
            <a:off x="4918565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7CE0C2-6FAF-77BC-C089-DF75D886B934}"/>
              </a:ext>
            </a:extLst>
          </p:cNvPr>
          <p:cNvSpPr txBox="1"/>
          <p:nvPr/>
        </p:nvSpPr>
        <p:spPr>
          <a:xfrm>
            <a:off x="7497969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CE9B07-516F-CC5F-3ED5-FC1D193567F8}"/>
              </a:ext>
            </a:extLst>
          </p:cNvPr>
          <p:cNvSpPr txBox="1"/>
          <p:nvPr/>
        </p:nvSpPr>
        <p:spPr>
          <a:xfrm>
            <a:off x="6203107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C907257-A4D6-95B7-14DD-C2E8B142E430}"/>
              </a:ext>
            </a:extLst>
          </p:cNvPr>
          <p:cNvSpPr txBox="1"/>
          <p:nvPr/>
        </p:nvSpPr>
        <p:spPr>
          <a:xfrm>
            <a:off x="8812195" y="2429150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9225D5-3E68-E2D0-7665-9A200E8F898A}"/>
              </a:ext>
            </a:extLst>
          </p:cNvPr>
          <p:cNvSpPr txBox="1"/>
          <p:nvPr/>
        </p:nvSpPr>
        <p:spPr>
          <a:xfrm>
            <a:off x="6329046" y="3983442"/>
            <a:ext cx="64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</a:t>
            </a:r>
          </a:p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384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176E276-EE46-AC20-0074-893BC1749FD5}"/>
              </a:ext>
            </a:extLst>
          </p:cNvPr>
          <p:cNvSpPr/>
          <p:nvPr/>
        </p:nvSpPr>
        <p:spPr>
          <a:xfrm>
            <a:off x="1414272" y="2905760"/>
            <a:ext cx="576072" cy="54864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FCA14A-B7BF-53B1-FFD9-BFF6FB7F546D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1990344" y="3180080"/>
            <a:ext cx="77825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592CF3-0804-F9CB-1E73-4F68664E01BB}"/>
              </a:ext>
            </a:extLst>
          </p:cNvPr>
          <p:cNvCxnSpPr>
            <a:cxnSpLocks/>
          </p:cNvCxnSpPr>
          <p:nvPr/>
        </p:nvCxnSpPr>
        <p:spPr>
          <a:xfrm>
            <a:off x="2768600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BEAA00-9175-0310-BA7F-DB110886CCD9}"/>
              </a:ext>
            </a:extLst>
          </p:cNvPr>
          <p:cNvCxnSpPr>
            <a:cxnSpLocks/>
          </p:cNvCxnSpPr>
          <p:nvPr/>
        </p:nvCxnSpPr>
        <p:spPr>
          <a:xfrm>
            <a:off x="2768600" y="3180080"/>
            <a:ext cx="176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064DC5-1C18-EAE7-63CD-638B956D21A8}"/>
              </a:ext>
            </a:extLst>
          </p:cNvPr>
          <p:cNvCxnSpPr>
            <a:cxnSpLocks/>
          </p:cNvCxnSpPr>
          <p:nvPr/>
        </p:nvCxnSpPr>
        <p:spPr>
          <a:xfrm>
            <a:off x="4152900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694D21D-C655-95C7-3EB4-9CB34B4604CA}"/>
              </a:ext>
            </a:extLst>
          </p:cNvPr>
          <p:cNvGrpSpPr/>
          <p:nvPr/>
        </p:nvGrpSpPr>
        <p:grpSpPr>
          <a:xfrm>
            <a:off x="4457383" y="2888296"/>
            <a:ext cx="147001" cy="605663"/>
            <a:chOff x="4457383" y="2888296"/>
            <a:chExt cx="147001" cy="60566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0968555-E735-637F-8887-A9ED3ECCED5F}"/>
                </a:ext>
              </a:extLst>
            </p:cNvPr>
            <p:cNvSpPr/>
            <p:nvPr/>
          </p:nvSpPr>
          <p:spPr>
            <a:xfrm>
              <a:off x="4465320" y="3042920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E55283F-B395-C503-6EE8-E0D53C3CC568}"/>
                </a:ext>
              </a:extLst>
            </p:cNvPr>
            <p:cNvSpPr/>
            <p:nvPr/>
          </p:nvSpPr>
          <p:spPr>
            <a:xfrm>
              <a:off x="4465320" y="2905759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571B82C-5169-EB80-6DBC-0DF97F0A43FA}"/>
                </a:ext>
              </a:extLst>
            </p:cNvPr>
            <p:cNvSpPr/>
            <p:nvPr/>
          </p:nvSpPr>
          <p:spPr>
            <a:xfrm>
              <a:off x="4467224" y="3329304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0191229-C09A-EC53-96D7-AD0693DA67D3}"/>
                </a:ext>
              </a:extLst>
            </p:cNvPr>
            <p:cNvSpPr/>
            <p:nvPr/>
          </p:nvSpPr>
          <p:spPr>
            <a:xfrm>
              <a:off x="4467224" y="3192143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8CEBF7-5C60-8AB6-A070-827F31618D55}"/>
                </a:ext>
              </a:extLst>
            </p:cNvPr>
            <p:cNvSpPr/>
            <p:nvPr/>
          </p:nvSpPr>
          <p:spPr>
            <a:xfrm>
              <a:off x="4457383" y="2888296"/>
              <a:ext cx="73152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F5CBC22-FDD8-5110-E8AE-656561F553A3}"/>
                </a:ext>
              </a:extLst>
            </p:cNvPr>
            <p:cNvSpPr/>
            <p:nvPr/>
          </p:nvSpPr>
          <p:spPr>
            <a:xfrm>
              <a:off x="4460558" y="3201351"/>
              <a:ext cx="67624" cy="292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16E3A2C-C405-F688-28B6-8426645FF4F6}"/>
              </a:ext>
            </a:extLst>
          </p:cNvPr>
          <p:cNvGrpSpPr/>
          <p:nvPr/>
        </p:nvGrpSpPr>
        <p:grpSpPr>
          <a:xfrm>
            <a:off x="4666774" y="2897821"/>
            <a:ext cx="158498" cy="592963"/>
            <a:chOff x="4666774" y="2897821"/>
            <a:chExt cx="158498" cy="592963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7B0CCCC-F46B-0394-4DC5-37C78E7B24EC}"/>
                </a:ext>
              </a:extLst>
            </p:cNvPr>
            <p:cNvSpPr/>
            <p:nvPr/>
          </p:nvSpPr>
          <p:spPr>
            <a:xfrm flipH="1">
              <a:off x="4668678" y="3042920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E77BB96-43AF-984E-1047-954B6B315E26}"/>
                </a:ext>
              </a:extLst>
            </p:cNvPr>
            <p:cNvSpPr/>
            <p:nvPr/>
          </p:nvSpPr>
          <p:spPr>
            <a:xfrm flipH="1">
              <a:off x="4668678" y="2905759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A35357B-24C8-ED27-76BC-21BD33922C6F}"/>
                </a:ext>
              </a:extLst>
            </p:cNvPr>
            <p:cNvSpPr/>
            <p:nvPr/>
          </p:nvSpPr>
          <p:spPr>
            <a:xfrm flipH="1">
              <a:off x="4666774" y="3329304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9CC6FA-7C7F-984C-1069-AA50BF7C3F9A}"/>
                </a:ext>
              </a:extLst>
            </p:cNvPr>
            <p:cNvSpPr/>
            <p:nvPr/>
          </p:nvSpPr>
          <p:spPr>
            <a:xfrm flipH="1">
              <a:off x="4666774" y="3192143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325B3A0-80B3-BC4C-CD94-F1BEDC00E2ED}"/>
                </a:ext>
              </a:extLst>
            </p:cNvPr>
            <p:cNvSpPr/>
            <p:nvPr/>
          </p:nvSpPr>
          <p:spPr>
            <a:xfrm flipH="1">
              <a:off x="4742976" y="2897821"/>
              <a:ext cx="82296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0FB2E48-4969-2E5E-F8F1-FA8643181981}"/>
                </a:ext>
              </a:extLst>
            </p:cNvPr>
            <p:cNvSpPr/>
            <p:nvPr/>
          </p:nvSpPr>
          <p:spPr>
            <a:xfrm flipH="1">
              <a:off x="4742976" y="3198176"/>
              <a:ext cx="67624" cy="292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8DBF106-3B30-FBB3-0CD5-C467D4D0C80C}"/>
              </a:ext>
            </a:extLst>
          </p:cNvPr>
          <p:cNvCxnSpPr>
            <a:cxnSpLocks/>
          </p:cNvCxnSpPr>
          <p:nvPr/>
        </p:nvCxnSpPr>
        <p:spPr>
          <a:xfrm>
            <a:off x="4735354" y="3181347"/>
            <a:ext cx="4837271" cy="2000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391A686-52A7-9763-CF01-A8B8EA079528}"/>
              </a:ext>
            </a:extLst>
          </p:cNvPr>
          <p:cNvCxnSpPr>
            <a:cxnSpLocks/>
          </p:cNvCxnSpPr>
          <p:nvPr/>
        </p:nvCxnSpPr>
        <p:spPr>
          <a:xfrm>
            <a:off x="5067299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B3374D2-723E-5F68-D450-FD98DEB0104C}"/>
              </a:ext>
            </a:extLst>
          </p:cNvPr>
          <p:cNvCxnSpPr>
            <a:cxnSpLocks/>
          </p:cNvCxnSpPr>
          <p:nvPr/>
        </p:nvCxnSpPr>
        <p:spPr>
          <a:xfrm>
            <a:off x="6367462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5990D43-D959-C646-3203-35260414950B}"/>
              </a:ext>
            </a:extLst>
          </p:cNvPr>
          <p:cNvCxnSpPr>
            <a:cxnSpLocks/>
          </p:cNvCxnSpPr>
          <p:nvPr/>
        </p:nvCxnSpPr>
        <p:spPr>
          <a:xfrm>
            <a:off x="7667625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0D5578-42BE-B009-5F88-304F6138A6D7}"/>
              </a:ext>
            </a:extLst>
          </p:cNvPr>
          <p:cNvCxnSpPr>
            <a:cxnSpLocks/>
          </p:cNvCxnSpPr>
          <p:nvPr/>
        </p:nvCxnSpPr>
        <p:spPr>
          <a:xfrm>
            <a:off x="8967787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824810CB-A4B0-D44D-0D5A-0259FF7621AC}"/>
              </a:ext>
            </a:extLst>
          </p:cNvPr>
          <p:cNvSpPr/>
          <p:nvPr/>
        </p:nvSpPr>
        <p:spPr>
          <a:xfrm rot="5400000">
            <a:off x="9516747" y="3119278"/>
            <a:ext cx="127000" cy="15779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B70EB63A-EC0C-F280-6303-858EBF491A50}"/>
              </a:ext>
            </a:extLst>
          </p:cNvPr>
          <p:cNvSpPr/>
          <p:nvPr/>
        </p:nvSpPr>
        <p:spPr>
          <a:xfrm rot="10800000">
            <a:off x="6589397" y="3798728"/>
            <a:ext cx="127000" cy="15779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26771E7-B2F9-E471-3E7E-8469F610235E}"/>
              </a:ext>
            </a:extLst>
          </p:cNvPr>
          <p:cNvCxnSpPr>
            <a:endCxn id="42" idx="3"/>
          </p:cNvCxnSpPr>
          <p:nvPr/>
        </p:nvCxnSpPr>
        <p:spPr>
          <a:xfrm rot="16200000" flipH="1">
            <a:off x="6356207" y="3502038"/>
            <a:ext cx="307944" cy="285435"/>
          </a:xfrm>
          <a:prstGeom prst="bentConnector3">
            <a:avLst>
              <a:gd name="adj1" fmla="val -7738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2208AAE4-69BF-D536-F3F3-08103ABD3635}"/>
              </a:ext>
            </a:extLst>
          </p:cNvPr>
          <p:cNvSpPr/>
          <p:nvPr/>
        </p:nvSpPr>
        <p:spPr>
          <a:xfrm>
            <a:off x="4269102" y="3679921"/>
            <a:ext cx="259080" cy="27660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D4FB911-C652-8FAE-637F-59E1EDBE4E99}"/>
              </a:ext>
            </a:extLst>
          </p:cNvPr>
          <p:cNvCxnSpPr>
            <a:cxnSpLocks/>
          </p:cNvCxnSpPr>
          <p:nvPr/>
        </p:nvCxnSpPr>
        <p:spPr>
          <a:xfrm>
            <a:off x="4690395" y="3679920"/>
            <a:ext cx="134877" cy="1188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70AF254-EBF2-6AAB-31AB-3F903C67BFB9}"/>
              </a:ext>
            </a:extLst>
          </p:cNvPr>
          <p:cNvCxnSpPr>
            <a:cxnSpLocks/>
          </p:cNvCxnSpPr>
          <p:nvPr/>
        </p:nvCxnSpPr>
        <p:spPr>
          <a:xfrm>
            <a:off x="4825272" y="3798728"/>
            <a:ext cx="0" cy="15779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231FEDE-4732-7F7D-FD50-3594B7B817A1}"/>
              </a:ext>
            </a:extLst>
          </p:cNvPr>
          <p:cNvCxnSpPr>
            <a:cxnSpLocks/>
          </p:cNvCxnSpPr>
          <p:nvPr/>
        </p:nvCxnSpPr>
        <p:spPr>
          <a:xfrm flipH="1">
            <a:off x="4915190" y="3876323"/>
            <a:ext cx="899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342D508-B723-F5CD-15E4-B48EF14B3D60}"/>
              </a:ext>
            </a:extLst>
          </p:cNvPr>
          <p:cNvCxnSpPr>
            <a:cxnSpLocks/>
          </p:cNvCxnSpPr>
          <p:nvPr/>
        </p:nvCxnSpPr>
        <p:spPr>
          <a:xfrm flipH="1">
            <a:off x="4928147" y="3902517"/>
            <a:ext cx="640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9C74222-4745-8A2C-AC92-FA48245E47E5}"/>
              </a:ext>
            </a:extLst>
          </p:cNvPr>
          <p:cNvCxnSpPr>
            <a:cxnSpLocks/>
          </p:cNvCxnSpPr>
          <p:nvPr/>
        </p:nvCxnSpPr>
        <p:spPr>
          <a:xfrm flipH="1">
            <a:off x="4946433" y="3928710"/>
            <a:ext cx="274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3E4B9EEF-5956-9F98-AB51-90971C8F85EC}"/>
              </a:ext>
            </a:extLst>
          </p:cNvPr>
          <p:cNvCxnSpPr/>
          <p:nvPr/>
        </p:nvCxnSpPr>
        <p:spPr>
          <a:xfrm rot="16200000" flipH="1">
            <a:off x="4813812" y="3810187"/>
            <a:ext cx="157796" cy="134877"/>
          </a:xfrm>
          <a:prstGeom prst="bentConnector3">
            <a:avLst>
              <a:gd name="adj1" fmla="val 2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20DF881-0ED4-9370-B2E5-7C1178D3FA78}"/>
              </a:ext>
            </a:extLst>
          </p:cNvPr>
          <p:cNvCxnSpPr>
            <a:cxnSpLocks/>
          </p:cNvCxnSpPr>
          <p:nvPr/>
        </p:nvCxnSpPr>
        <p:spPr>
          <a:xfrm flipH="1">
            <a:off x="4825270" y="3679920"/>
            <a:ext cx="134877" cy="1188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76B5226-0540-38C2-5554-AE640E58D55D}"/>
              </a:ext>
            </a:extLst>
          </p:cNvPr>
          <p:cNvCxnSpPr>
            <a:cxnSpLocks/>
          </p:cNvCxnSpPr>
          <p:nvPr/>
        </p:nvCxnSpPr>
        <p:spPr>
          <a:xfrm>
            <a:off x="3251200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E093DE6-7AE6-7FA5-315B-8035CEC993DA}"/>
              </a:ext>
            </a:extLst>
          </p:cNvPr>
          <p:cNvCxnSpPr>
            <a:cxnSpLocks/>
          </p:cNvCxnSpPr>
          <p:nvPr/>
        </p:nvCxnSpPr>
        <p:spPr>
          <a:xfrm>
            <a:off x="5346700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74CFD5F-A0CF-654B-395A-242BEA543834}"/>
              </a:ext>
            </a:extLst>
          </p:cNvPr>
          <p:cNvCxnSpPr>
            <a:cxnSpLocks/>
          </p:cNvCxnSpPr>
          <p:nvPr/>
        </p:nvCxnSpPr>
        <p:spPr>
          <a:xfrm>
            <a:off x="6652896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25C85FC-814E-BCBF-E3B9-BA54F1431000}"/>
              </a:ext>
            </a:extLst>
          </p:cNvPr>
          <p:cNvCxnSpPr>
            <a:cxnSpLocks/>
          </p:cNvCxnSpPr>
          <p:nvPr/>
        </p:nvCxnSpPr>
        <p:spPr>
          <a:xfrm>
            <a:off x="8110221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BA6EE94-33EC-52F8-3B45-D442ED091160}"/>
              </a:ext>
            </a:extLst>
          </p:cNvPr>
          <p:cNvSpPr txBox="1"/>
          <p:nvPr/>
        </p:nvSpPr>
        <p:spPr>
          <a:xfrm>
            <a:off x="5169503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2500 ft.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70E729-B8BC-6153-3C48-3211ED3806FD}"/>
              </a:ext>
            </a:extLst>
          </p:cNvPr>
          <p:cNvSpPr txBox="1"/>
          <p:nvPr/>
        </p:nvSpPr>
        <p:spPr>
          <a:xfrm>
            <a:off x="2960227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2000 ft.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C3D3B9-C5F4-A4AF-341B-8164562B748E}"/>
              </a:ext>
            </a:extLst>
          </p:cNvPr>
          <p:cNvSpPr txBox="1"/>
          <p:nvPr/>
        </p:nvSpPr>
        <p:spPr>
          <a:xfrm>
            <a:off x="6474047" y="2721093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1000 ft.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D8C24E-A0D4-35AB-FE17-9261C281F29D}"/>
              </a:ext>
            </a:extLst>
          </p:cNvPr>
          <p:cNvSpPr txBox="1"/>
          <p:nvPr/>
        </p:nvSpPr>
        <p:spPr>
          <a:xfrm>
            <a:off x="7778591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1000 ft.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A30929-6207-7DA5-CF82-41345662A521}"/>
              </a:ext>
            </a:extLst>
          </p:cNvPr>
          <p:cNvSpPr txBox="1"/>
          <p:nvPr/>
        </p:nvSpPr>
        <p:spPr>
          <a:xfrm>
            <a:off x="9831228" y="2839450"/>
            <a:ext cx="64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</a:t>
            </a:r>
          </a:p>
          <a:p>
            <a:r>
              <a:rPr lang="en-US" dirty="0"/>
              <a:t>2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84B15251-15B5-BF3C-D3DC-5FB1C3D33BDC}"/>
              </a:ext>
            </a:extLst>
          </p:cNvPr>
          <p:cNvCxnSpPr>
            <a:cxnSpLocks/>
          </p:cNvCxnSpPr>
          <p:nvPr/>
        </p:nvCxnSpPr>
        <p:spPr>
          <a:xfrm>
            <a:off x="7693301" y="3461130"/>
            <a:ext cx="475055" cy="175705"/>
          </a:xfrm>
          <a:prstGeom prst="bentConnector3">
            <a:avLst>
              <a:gd name="adj1" fmla="val 9565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278">
            <a:extLst>
              <a:ext uri="{FF2B5EF4-FFF2-40B4-BE49-F238E27FC236}">
                <a16:creationId xmlns:a16="http://schemas.microsoft.com/office/drawing/2014/main" id="{FB49496C-0F7D-5A11-AF8A-359C6D8A60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30829" y="3591559"/>
            <a:ext cx="487363" cy="452438"/>
            <a:chOff x="2534" y="2096"/>
            <a:chExt cx="307" cy="285"/>
          </a:xfrm>
          <a:solidFill>
            <a:schemeClr val="tx1"/>
          </a:solidFill>
        </p:grpSpPr>
        <p:sp>
          <p:nvSpPr>
            <p:cNvPr id="40" name="Freeform 279">
              <a:extLst>
                <a:ext uri="{FF2B5EF4-FFF2-40B4-BE49-F238E27FC236}">
                  <a16:creationId xmlns:a16="http://schemas.microsoft.com/office/drawing/2014/main" id="{8FA2DE00-BC37-F8D8-A11F-76A4A3254C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34" y="2206"/>
              <a:ext cx="307" cy="175"/>
            </a:xfrm>
            <a:custGeom>
              <a:avLst/>
              <a:gdLst>
                <a:gd name="T0" fmla="*/ 320 w 614"/>
                <a:gd name="T1" fmla="*/ 204 h 350"/>
                <a:gd name="T2" fmla="*/ 440 w 614"/>
                <a:gd name="T3" fmla="*/ 2 h 350"/>
                <a:gd name="T4" fmla="*/ 440 w 614"/>
                <a:gd name="T5" fmla="*/ 0 h 350"/>
                <a:gd name="T6" fmla="*/ 440 w 614"/>
                <a:gd name="T7" fmla="*/ 0 h 350"/>
                <a:gd name="T8" fmla="*/ 562 w 614"/>
                <a:gd name="T9" fmla="*/ 205 h 350"/>
                <a:gd name="T10" fmla="*/ 510 w 614"/>
                <a:gd name="T11" fmla="*/ 205 h 350"/>
                <a:gd name="T12" fmla="*/ 510 w 614"/>
                <a:gd name="T13" fmla="*/ 205 h 350"/>
                <a:gd name="T14" fmla="*/ 510 w 614"/>
                <a:gd name="T15" fmla="*/ 311 h 350"/>
                <a:gd name="T16" fmla="*/ 614 w 614"/>
                <a:gd name="T17" fmla="*/ 311 h 350"/>
                <a:gd name="T18" fmla="*/ 614 w 614"/>
                <a:gd name="T19" fmla="*/ 350 h 350"/>
                <a:gd name="T20" fmla="*/ 0 w 614"/>
                <a:gd name="T21" fmla="*/ 350 h 350"/>
                <a:gd name="T22" fmla="*/ 0 w 614"/>
                <a:gd name="T23" fmla="*/ 311 h 350"/>
                <a:gd name="T24" fmla="*/ 101 w 614"/>
                <a:gd name="T25" fmla="*/ 311 h 350"/>
                <a:gd name="T26" fmla="*/ 101 w 614"/>
                <a:gd name="T27" fmla="*/ 205 h 350"/>
                <a:gd name="T28" fmla="*/ 314 w 614"/>
                <a:gd name="T29" fmla="*/ 205 h 350"/>
                <a:gd name="T30" fmla="*/ 314 w 614"/>
                <a:gd name="T31" fmla="*/ 205 h 350"/>
                <a:gd name="T32" fmla="*/ 320 w 614"/>
                <a:gd name="T33" fmla="*/ 205 h 350"/>
                <a:gd name="T34" fmla="*/ 320 w 614"/>
                <a:gd name="T35" fmla="*/ 204 h 350"/>
                <a:gd name="T36" fmla="*/ 444 w 614"/>
                <a:gd name="T37" fmla="*/ 127 h 350"/>
                <a:gd name="T38" fmla="*/ 440 w 614"/>
                <a:gd name="T39" fmla="*/ 127 h 350"/>
                <a:gd name="T40" fmla="*/ 440 w 614"/>
                <a:gd name="T41" fmla="*/ 127 h 350"/>
                <a:gd name="T42" fmla="*/ 352 w 614"/>
                <a:gd name="T43" fmla="*/ 238 h 350"/>
                <a:gd name="T44" fmla="*/ 402 w 614"/>
                <a:gd name="T45" fmla="*/ 238 h 350"/>
                <a:gd name="T46" fmla="*/ 380 w 614"/>
                <a:gd name="T47" fmla="*/ 315 h 350"/>
                <a:gd name="T48" fmla="*/ 384 w 614"/>
                <a:gd name="T49" fmla="*/ 315 h 350"/>
                <a:gd name="T50" fmla="*/ 472 w 614"/>
                <a:gd name="T51" fmla="*/ 204 h 350"/>
                <a:gd name="T52" fmla="*/ 472 w 614"/>
                <a:gd name="T53" fmla="*/ 204 h 350"/>
                <a:gd name="T54" fmla="*/ 422 w 614"/>
                <a:gd name="T55" fmla="*/ 204 h 350"/>
                <a:gd name="T56" fmla="*/ 422 w 614"/>
                <a:gd name="T57" fmla="*/ 204 h 350"/>
                <a:gd name="T58" fmla="*/ 444 w 614"/>
                <a:gd name="T59" fmla="*/ 127 h 350"/>
                <a:gd name="T60" fmla="*/ 444 w 614"/>
                <a:gd name="T61" fmla="*/ 127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14" h="350">
                  <a:moveTo>
                    <a:pt x="320" y="204"/>
                  </a:moveTo>
                  <a:lnTo>
                    <a:pt x="440" y="2"/>
                  </a:lnTo>
                  <a:lnTo>
                    <a:pt x="440" y="0"/>
                  </a:lnTo>
                  <a:lnTo>
                    <a:pt x="440" y="0"/>
                  </a:lnTo>
                  <a:lnTo>
                    <a:pt x="562" y="205"/>
                  </a:lnTo>
                  <a:lnTo>
                    <a:pt x="510" y="205"/>
                  </a:lnTo>
                  <a:lnTo>
                    <a:pt x="510" y="205"/>
                  </a:lnTo>
                  <a:lnTo>
                    <a:pt x="510" y="311"/>
                  </a:lnTo>
                  <a:lnTo>
                    <a:pt x="614" y="311"/>
                  </a:lnTo>
                  <a:lnTo>
                    <a:pt x="614" y="350"/>
                  </a:lnTo>
                  <a:lnTo>
                    <a:pt x="0" y="350"/>
                  </a:lnTo>
                  <a:lnTo>
                    <a:pt x="0" y="311"/>
                  </a:lnTo>
                  <a:lnTo>
                    <a:pt x="101" y="311"/>
                  </a:lnTo>
                  <a:lnTo>
                    <a:pt x="101" y="205"/>
                  </a:lnTo>
                  <a:lnTo>
                    <a:pt x="314" y="205"/>
                  </a:lnTo>
                  <a:lnTo>
                    <a:pt x="314" y="205"/>
                  </a:lnTo>
                  <a:lnTo>
                    <a:pt x="320" y="205"/>
                  </a:lnTo>
                  <a:lnTo>
                    <a:pt x="320" y="204"/>
                  </a:lnTo>
                  <a:close/>
                  <a:moveTo>
                    <a:pt x="444" y="127"/>
                  </a:moveTo>
                  <a:lnTo>
                    <a:pt x="440" y="127"/>
                  </a:lnTo>
                  <a:lnTo>
                    <a:pt x="440" y="127"/>
                  </a:lnTo>
                  <a:lnTo>
                    <a:pt x="352" y="238"/>
                  </a:lnTo>
                  <a:lnTo>
                    <a:pt x="402" y="238"/>
                  </a:lnTo>
                  <a:lnTo>
                    <a:pt x="380" y="315"/>
                  </a:lnTo>
                  <a:lnTo>
                    <a:pt x="384" y="315"/>
                  </a:lnTo>
                  <a:lnTo>
                    <a:pt x="472" y="204"/>
                  </a:lnTo>
                  <a:lnTo>
                    <a:pt x="472" y="204"/>
                  </a:lnTo>
                  <a:lnTo>
                    <a:pt x="422" y="204"/>
                  </a:lnTo>
                  <a:lnTo>
                    <a:pt x="422" y="204"/>
                  </a:lnTo>
                  <a:lnTo>
                    <a:pt x="444" y="127"/>
                  </a:lnTo>
                  <a:lnTo>
                    <a:pt x="444" y="1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280">
              <a:extLst>
                <a:ext uri="{FF2B5EF4-FFF2-40B4-BE49-F238E27FC236}">
                  <a16:creationId xmlns:a16="http://schemas.microsoft.com/office/drawing/2014/main" id="{1FBE7058-F9A6-DA4C-2B66-C566B3CD0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2273"/>
              <a:ext cx="49" cy="26"/>
            </a:xfrm>
            <a:custGeom>
              <a:avLst/>
              <a:gdLst>
                <a:gd name="T0" fmla="*/ 65 w 98"/>
                <a:gd name="T1" fmla="*/ 52 h 52"/>
                <a:gd name="T2" fmla="*/ 0 w 98"/>
                <a:gd name="T3" fmla="*/ 52 h 52"/>
                <a:gd name="T4" fmla="*/ 30 w 98"/>
                <a:gd name="T5" fmla="*/ 0 h 52"/>
                <a:gd name="T6" fmla="*/ 98 w 98"/>
                <a:gd name="T7" fmla="*/ 0 h 52"/>
                <a:gd name="T8" fmla="*/ 65 w 9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65" y="52"/>
                  </a:moveTo>
                  <a:lnTo>
                    <a:pt x="0" y="52"/>
                  </a:lnTo>
                  <a:lnTo>
                    <a:pt x="30" y="0"/>
                  </a:lnTo>
                  <a:lnTo>
                    <a:pt x="98" y="0"/>
                  </a:lnTo>
                  <a:lnTo>
                    <a:pt x="6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281">
              <a:extLst>
                <a:ext uri="{FF2B5EF4-FFF2-40B4-BE49-F238E27FC236}">
                  <a16:creationId xmlns:a16="http://schemas.microsoft.com/office/drawing/2014/main" id="{96FD1088-23EC-C273-1A92-404F34DDD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" y="2273"/>
              <a:ext cx="49" cy="26"/>
            </a:xfrm>
            <a:custGeom>
              <a:avLst/>
              <a:gdLst>
                <a:gd name="T0" fmla="*/ 0 w 98"/>
                <a:gd name="T1" fmla="*/ 52 h 52"/>
                <a:gd name="T2" fmla="*/ 31 w 98"/>
                <a:gd name="T3" fmla="*/ 0 h 52"/>
                <a:gd name="T4" fmla="*/ 98 w 98"/>
                <a:gd name="T5" fmla="*/ 0 h 52"/>
                <a:gd name="T6" fmla="*/ 67 w 98"/>
                <a:gd name="T7" fmla="*/ 52 h 52"/>
                <a:gd name="T8" fmla="*/ 0 w 9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0" y="52"/>
                  </a:moveTo>
                  <a:lnTo>
                    <a:pt x="31" y="0"/>
                  </a:lnTo>
                  <a:lnTo>
                    <a:pt x="98" y="0"/>
                  </a:lnTo>
                  <a:lnTo>
                    <a:pt x="67" y="52"/>
                  </a:lnTo>
                  <a:lnTo>
                    <a:pt x="0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282">
              <a:extLst>
                <a:ext uri="{FF2B5EF4-FFF2-40B4-BE49-F238E27FC236}">
                  <a16:creationId xmlns:a16="http://schemas.microsoft.com/office/drawing/2014/main" id="{B141942E-6AE3-AA5E-1FFD-CA4443431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2273"/>
              <a:ext cx="49" cy="26"/>
            </a:xfrm>
            <a:custGeom>
              <a:avLst/>
              <a:gdLst>
                <a:gd name="T0" fmla="*/ 68 w 99"/>
                <a:gd name="T1" fmla="*/ 52 h 52"/>
                <a:gd name="T2" fmla="*/ 0 w 99"/>
                <a:gd name="T3" fmla="*/ 52 h 52"/>
                <a:gd name="T4" fmla="*/ 31 w 99"/>
                <a:gd name="T5" fmla="*/ 0 h 52"/>
                <a:gd name="T6" fmla="*/ 99 w 99"/>
                <a:gd name="T7" fmla="*/ 0 h 52"/>
                <a:gd name="T8" fmla="*/ 68 w 99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52">
                  <a:moveTo>
                    <a:pt x="68" y="52"/>
                  </a:moveTo>
                  <a:lnTo>
                    <a:pt x="0" y="52"/>
                  </a:lnTo>
                  <a:lnTo>
                    <a:pt x="31" y="0"/>
                  </a:lnTo>
                  <a:lnTo>
                    <a:pt x="99" y="0"/>
                  </a:lnTo>
                  <a:lnTo>
                    <a:pt x="68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283">
              <a:extLst>
                <a:ext uri="{FF2B5EF4-FFF2-40B4-BE49-F238E27FC236}">
                  <a16:creationId xmlns:a16="http://schemas.microsoft.com/office/drawing/2014/main" id="{02E8DBF5-2637-E917-352D-40C41AAEA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2238"/>
              <a:ext cx="49" cy="26"/>
            </a:xfrm>
            <a:custGeom>
              <a:avLst/>
              <a:gdLst>
                <a:gd name="T0" fmla="*/ 30 w 98"/>
                <a:gd name="T1" fmla="*/ 0 h 52"/>
                <a:gd name="T2" fmla="*/ 98 w 98"/>
                <a:gd name="T3" fmla="*/ 0 h 52"/>
                <a:gd name="T4" fmla="*/ 67 w 98"/>
                <a:gd name="T5" fmla="*/ 52 h 52"/>
                <a:gd name="T6" fmla="*/ 0 w 98"/>
                <a:gd name="T7" fmla="*/ 52 h 52"/>
                <a:gd name="T8" fmla="*/ 30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30" y="0"/>
                  </a:moveTo>
                  <a:lnTo>
                    <a:pt x="98" y="0"/>
                  </a:lnTo>
                  <a:lnTo>
                    <a:pt x="67" y="52"/>
                  </a:lnTo>
                  <a:lnTo>
                    <a:pt x="0" y="52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284">
              <a:extLst>
                <a:ext uri="{FF2B5EF4-FFF2-40B4-BE49-F238E27FC236}">
                  <a16:creationId xmlns:a16="http://schemas.microsoft.com/office/drawing/2014/main" id="{39644A6C-92FF-CF5A-C194-20B111EE3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2238"/>
              <a:ext cx="49" cy="26"/>
            </a:xfrm>
            <a:custGeom>
              <a:avLst/>
              <a:gdLst>
                <a:gd name="T0" fmla="*/ 98 w 98"/>
                <a:gd name="T1" fmla="*/ 0 h 52"/>
                <a:gd name="T2" fmla="*/ 67 w 98"/>
                <a:gd name="T3" fmla="*/ 52 h 52"/>
                <a:gd name="T4" fmla="*/ 0 w 98"/>
                <a:gd name="T5" fmla="*/ 52 h 52"/>
                <a:gd name="T6" fmla="*/ 31 w 98"/>
                <a:gd name="T7" fmla="*/ 0 h 52"/>
                <a:gd name="T8" fmla="*/ 98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98" y="0"/>
                  </a:moveTo>
                  <a:lnTo>
                    <a:pt x="67" y="52"/>
                  </a:lnTo>
                  <a:lnTo>
                    <a:pt x="0" y="52"/>
                  </a:lnTo>
                  <a:lnTo>
                    <a:pt x="31" y="0"/>
                  </a:lnTo>
                  <a:lnTo>
                    <a:pt x="9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285">
              <a:extLst>
                <a:ext uri="{FF2B5EF4-FFF2-40B4-BE49-F238E27FC236}">
                  <a16:creationId xmlns:a16="http://schemas.microsoft.com/office/drawing/2014/main" id="{D844202C-8C3E-5779-4AD9-67B653A02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2238"/>
              <a:ext cx="49" cy="26"/>
            </a:xfrm>
            <a:custGeom>
              <a:avLst/>
              <a:gdLst>
                <a:gd name="T0" fmla="*/ 30 w 98"/>
                <a:gd name="T1" fmla="*/ 0 h 52"/>
                <a:gd name="T2" fmla="*/ 98 w 98"/>
                <a:gd name="T3" fmla="*/ 0 h 52"/>
                <a:gd name="T4" fmla="*/ 65 w 98"/>
                <a:gd name="T5" fmla="*/ 52 h 52"/>
                <a:gd name="T6" fmla="*/ 0 w 98"/>
                <a:gd name="T7" fmla="*/ 52 h 52"/>
                <a:gd name="T8" fmla="*/ 30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30" y="0"/>
                  </a:moveTo>
                  <a:lnTo>
                    <a:pt x="98" y="0"/>
                  </a:lnTo>
                  <a:lnTo>
                    <a:pt x="65" y="52"/>
                  </a:lnTo>
                  <a:lnTo>
                    <a:pt x="0" y="52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286">
              <a:extLst>
                <a:ext uri="{FF2B5EF4-FFF2-40B4-BE49-F238E27FC236}">
                  <a16:creationId xmlns:a16="http://schemas.microsoft.com/office/drawing/2014/main" id="{94012365-E249-956F-A72F-6BA583A90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" y="2202"/>
              <a:ext cx="49" cy="26"/>
            </a:xfrm>
            <a:custGeom>
              <a:avLst/>
              <a:gdLst>
                <a:gd name="T0" fmla="*/ 98 w 98"/>
                <a:gd name="T1" fmla="*/ 0 h 52"/>
                <a:gd name="T2" fmla="*/ 66 w 98"/>
                <a:gd name="T3" fmla="*/ 52 h 52"/>
                <a:gd name="T4" fmla="*/ 0 w 98"/>
                <a:gd name="T5" fmla="*/ 52 h 52"/>
                <a:gd name="T6" fmla="*/ 30 w 98"/>
                <a:gd name="T7" fmla="*/ 0 h 52"/>
                <a:gd name="T8" fmla="*/ 98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98" y="0"/>
                  </a:moveTo>
                  <a:lnTo>
                    <a:pt x="66" y="52"/>
                  </a:lnTo>
                  <a:lnTo>
                    <a:pt x="0" y="52"/>
                  </a:lnTo>
                  <a:lnTo>
                    <a:pt x="30" y="0"/>
                  </a:lnTo>
                  <a:lnTo>
                    <a:pt x="9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287">
              <a:extLst>
                <a:ext uri="{FF2B5EF4-FFF2-40B4-BE49-F238E27FC236}">
                  <a16:creationId xmlns:a16="http://schemas.microsoft.com/office/drawing/2014/main" id="{FF4F52DA-13DF-EBFA-6DB2-D52A1C03C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2202"/>
              <a:ext cx="50" cy="26"/>
            </a:xfrm>
            <a:custGeom>
              <a:avLst/>
              <a:gdLst>
                <a:gd name="T0" fmla="*/ 67 w 98"/>
                <a:gd name="T1" fmla="*/ 52 h 52"/>
                <a:gd name="T2" fmla="*/ 0 w 98"/>
                <a:gd name="T3" fmla="*/ 52 h 52"/>
                <a:gd name="T4" fmla="*/ 31 w 98"/>
                <a:gd name="T5" fmla="*/ 0 h 52"/>
                <a:gd name="T6" fmla="*/ 98 w 98"/>
                <a:gd name="T7" fmla="*/ 0 h 52"/>
                <a:gd name="T8" fmla="*/ 67 w 9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67" y="52"/>
                  </a:moveTo>
                  <a:lnTo>
                    <a:pt x="0" y="52"/>
                  </a:lnTo>
                  <a:lnTo>
                    <a:pt x="31" y="0"/>
                  </a:lnTo>
                  <a:lnTo>
                    <a:pt x="98" y="0"/>
                  </a:lnTo>
                  <a:lnTo>
                    <a:pt x="67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288">
              <a:extLst>
                <a:ext uri="{FF2B5EF4-FFF2-40B4-BE49-F238E27FC236}">
                  <a16:creationId xmlns:a16="http://schemas.microsoft.com/office/drawing/2014/main" id="{FF91124D-64A7-E5C3-44AB-1B6B44EEF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" y="2202"/>
              <a:ext cx="49" cy="26"/>
            </a:xfrm>
            <a:custGeom>
              <a:avLst/>
              <a:gdLst>
                <a:gd name="T0" fmla="*/ 30 w 98"/>
                <a:gd name="T1" fmla="*/ 0 h 52"/>
                <a:gd name="T2" fmla="*/ 98 w 98"/>
                <a:gd name="T3" fmla="*/ 0 h 52"/>
                <a:gd name="T4" fmla="*/ 67 w 98"/>
                <a:gd name="T5" fmla="*/ 52 h 52"/>
                <a:gd name="T6" fmla="*/ 0 w 98"/>
                <a:gd name="T7" fmla="*/ 52 h 52"/>
                <a:gd name="T8" fmla="*/ 30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30" y="0"/>
                  </a:moveTo>
                  <a:lnTo>
                    <a:pt x="98" y="0"/>
                  </a:lnTo>
                  <a:lnTo>
                    <a:pt x="67" y="52"/>
                  </a:lnTo>
                  <a:lnTo>
                    <a:pt x="0" y="52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289">
              <a:extLst>
                <a:ext uri="{FF2B5EF4-FFF2-40B4-BE49-F238E27FC236}">
                  <a16:creationId xmlns:a16="http://schemas.microsoft.com/office/drawing/2014/main" id="{BE483CFF-141E-DE0F-0CE8-E7B55AA23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2096"/>
              <a:ext cx="225" cy="126"/>
            </a:xfrm>
            <a:custGeom>
              <a:avLst/>
              <a:gdLst>
                <a:gd name="T0" fmla="*/ 297 w 452"/>
                <a:gd name="T1" fmla="*/ 159 h 253"/>
                <a:gd name="T2" fmla="*/ 297 w 452"/>
                <a:gd name="T3" fmla="*/ 159 h 253"/>
                <a:gd name="T4" fmla="*/ 290 w 452"/>
                <a:gd name="T5" fmla="*/ 150 h 253"/>
                <a:gd name="T6" fmla="*/ 290 w 452"/>
                <a:gd name="T7" fmla="*/ 150 h 253"/>
                <a:gd name="T8" fmla="*/ 283 w 452"/>
                <a:gd name="T9" fmla="*/ 145 h 253"/>
                <a:gd name="T10" fmla="*/ 276 w 452"/>
                <a:gd name="T11" fmla="*/ 139 h 253"/>
                <a:gd name="T12" fmla="*/ 268 w 452"/>
                <a:gd name="T13" fmla="*/ 135 h 253"/>
                <a:gd name="T14" fmla="*/ 261 w 452"/>
                <a:gd name="T15" fmla="*/ 131 h 253"/>
                <a:gd name="T16" fmla="*/ 253 w 452"/>
                <a:gd name="T17" fmla="*/ 128 h 253"/>
                <a:gd name="T18" fmla="*/ 244 w 452"/>
                <a:gd name="T19" fmla="*/ 126 h 253"/>
                <a:gd name="T20" fmla="*/ 236 w 452"/>
                <a:gd name="T21" fmla="*/ 125 h 253"/>
                <a:gd name="T22" fmla="*/ 226 w 452"/>
                <a:gd name="T23" fmla="*/ 124 h 253"/>
                <a:gd name="T24" fmla="*/ 226 w 452"/>
                <a:gd name="T25" fmla="*/ 124 h 253"/>
                <a:gd name="T26" fmla="*/ 213 w 452"/>
                <a:gd name="T27" fmla="*/ 125 h 253"/>
                <a:gd name="T28" fmla="*/ 201 w 452"/>
                <a:gd name="T29" fmla="*/ 128 h 253"/>
                <a:gd name="T30" fmla="*/ 188 w 452"/>
                <a:gd name="T31" fmla="*/ 132 h 253"/>
                <a:gd name="T32" fmla="*/ 178 w 452"/>
                <a:gd name="T33" fmla="*/ 138 h 253"/>
                <a:gd name="T34" fmla="*/ 178 w 452"/>
                <a:gd name="T35" fmla="*/ 138 h 253"/>
                <a:gd name="T36" fmla="*/ 170 w 452"/>
                <a:gd name="T37" fmla="*/ 143 h 253"/>
                <a:gd name="T38" fmla="*/ 163 w 452"/>
                <a:gd name="T39" fmla="*/ 150 h 253"/>
                <a:gd name="T40" fmla="*/ 163 w 452"/>
                <a:gd name="T41" fmla="*/ 150 h 253"/>
                <a:gd name="T42" fmla="*/ 155 w 452"/>
                <a:gd name="T43" fmla="*/ 160 h 253"/>
                <a:gd name="T44" fmla="*/ 147 w 452"/>
                <a:gd name="T45" fmla="*/ 170 h 253"/>
                <a:gd name="T46" fmla="*/ 142 w 452"/>
                <a:gd name="T47" fmla="*/ 181 h 253"/>
                <a:gd name="T48" fmla="*/ 138 w 452"/>
                <a:gd name="T49" fmla="*/ 194 h 253"/>
                <a:gd name="T50" fmla="*/ 138 w 452"/>
                <a:gd name="T51" fmla="*/ 194 h 253"/>
                <a:gd name="T52" fmla="*/ 87 w 452"/>
                <a:gd name="T53" fmla="*/ 194 h 253"/>
                <a:gd name="T54" fmla="*/ 87 w 452"/>
                <a:gd name="T55" fmla="*/ 194 h 253"/>
                <a:gd name="T56" fmla="*/ 52 w 452"/>
                <a:gd name="T57" fmla="*/ 253 h 253"/>
                <a:gd name="T58" fmla="*/ 52 w 452"/>
                <a:gd name="T59" fmla="*/ 253 h 253"/>
                <a:gd name="T60" fmla="*/ 0 w 452"/>
                <a:gd name="T61" fmla="*/ 213 h 253"/>
                <a:gd name="T62" fmla="*/ 70 w 452"/>
                <a:gd name="T63" fmla="*/ 163 h 253"/>
                <a:gd name="T64" fmla="*/ 44 w 452"/>
                <a:gd name="T65" fmla="*/ 81 h 253"/>
                <a:gd name="T66" fmla="*/ 129 w 452"/>
                <a:gd name="T67" fmla="*/ 81 h 253"/>
                <a:gd name="T68" fmla="*/ 156 w 452"/>
                <a:gd name="T69" fmla="*/ 0 h 253"/>
                <a:gd name="T70" fmla="*/ 226 w 452"/>
                <a:gd name="T71" fmla="*/ 51 h 253"/>
                <a:gd name="T72" fmla="*/ 296 w 452"/>
                <a:gd name="T73" fmla="*/ 0 h 253"/>
                <a:gd name="T74" fmla="*/ 323 w 452"/>
                <a:gd name="T75" fmla="*/ 81 h 253"/>
                <a:gd name="T76" fmla="*/ 408 w 452"/>
                <a:gd name="T77" fmla="*/ 81 h 253"/>
                <a:gd name="T78" fmla="*/ 382 w 452"/>
                <a:gd name="T79" fmla="*/ 163 h 253"/>
                <a:gd name="T80" fmla="*/ 452 w 452"/>
                <a:gd name="T81" fmla="*/ 213 h 253"/>
                <a:gd name="T82" fmla="*/ 400 w 452"/>
                <a:gd name="T83" fmla="*/ 253 h 253"/>
                <a:gd name="T84" fmla="*/ 400 w 452"/>
                <a:gd name="T85" fmla="*/ 253 h 253"/>
                <a:gd name="T86" fmla="*/ 365 w 452"/>
                <a:gd name="T87" fmla="*/ 194 h 253"/>
                <a:gd name="T88" fmla="*/ 365 w 452"/>
                <a:gd name="T89" fmla="*/ 194 h 253"/>
                <a:gd name="T90" fmla="*/ 314 w 452"/>
                <a:gd name="T91" fmla="*/ 194 h 253"/>
                <a:gd name="T92" fmla="*/ 314 w 452"/>
                <a:gd name="T93" fmla="*/ 194 h 253"/>
                <a:gd name="T94" fmla="*/ 312 w 452"/>
                <a:gd name="T95" fmla="*/ 184 h 253"/>
                <a:gd name="T96" fmla="*/ 307 w 452"/>
                <a:gd name="T97" fmla="*/ 175 h 253"/>
                <a:gd name="T98" fmla="*/ 303 w 452"/>
                <a:gd name="T99" fmla="*/ 167 h 253"/>
                <a:gd name="T100" fmla="*/ 297 w 452"/>
                <a:gd name="T101" fmla="*/ 159 h 253"/>
                <a:gd name="T102" fmla="*/ 297 w 452"/>
                <a:gd name="T103" fmla="*/ 159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52" h="253">
                  <a:moveTo>
                    <a:pt x="297" y="159"/>
                  </a:moveTo>
                  <a:lnTo>
                    <a:pt x="297" y="159"/>
                  </a:lnTo>
                  <a:lnTo>
                    <a:pt x="290" y="150"/>
                  </a:lnTo>
                  <a:lnTo>
                    <a:pt x="290" y="150"/>
                  </a:lnTo>
                  <a:lnTo>
                    <a:pt x="283" y="145"/>
                  </a:lnTo>
                  <a:lnTo>
                    <a:pt x="276" y="139"/>
                  </a:lnTo>
                  <a:lnTo>
                    <a:pt x="268" y="135"/>
                  </a:lnTo>
                  <a:lnTo>
                    <a:pt x="261" y="131"/>
                  </a:lnTo>
                  <a:lnTo>
                    <a:pt x="253" y="128"/>
                  </a:lnTo>
                  <a:lnTo>
                    <a:pt x="244" y="126"/>
                  </a:lnTo>
                  <a:lnTo>
                    <a:pt x="236" y="125"/>
                  </a:lnTo>
                  <a:lnTo>
                    <a:pt x="226" y="124"/>
                  </a:lnTo>
                  <a:lnTo>
                    <a:pt x="226" y="124"/>
                  </a:lnTo>
                  <a:lnTo>
                    <a:pt x="213" y="125"/>
                  </a:lnTo>
                  <a:lnTo>
                    <a:pt x="201" y="128"/>
                  </a:lnTo>
                  <a:lnTo>
                    <a:pt x="188" y="132"/>
                  </a:lnTo>
                  <a:lnTo>
                    <a:pt x="178" y="138"/>
                  </a:lnTo>
                  <a:lnTo>
                    <a:pt x="178" y="138"/>
                  </a:lnTo>
                  <a:lnTo>
                    <a:pt x="170" y="143"/>
                  </a:lnTo>
                  <a:lnTo>
                    <a:pt x="163" y="150"/>
                  </a:lnTo>
                  <a:lnTo>
                    <a:pt x="163" y="150"/>
                  </a:lnTo>
                  <a:lnTo>
                    <a:pt x="155" y="160"/>
                  </a:lnTo>
                  <a:lnTo>
                    <a:pt x="147" y="170"/>
                  </a:lnTo>
                  <a:lnTo>
                    <a:pt x="142" y="181"/>
                  </a:lnTo>
                  <a:lnTo>
                    <a:pt x="138" y="194"/>
                  </a:lnTo>
                  <a:lnTo>
                    <a:pt x="138" y="194"/>
                  </a:lnTo>
                  <a:lnTo>
                    <a:pt x="87" y="194"/>
                  </a:lnTo>
                  <a:lnTo>
                    <a:pt x="87" y="194"/>
                  </a:lnTo>
                  <a:lnTo>
                    <a:pt x="52" y="253"/>
                  </a:lnTo>
                  <a:lnTo>
                    <a:pt x="52" y="253"/>
                  </a:lnTo>
                  <a:lnTo>
                    <a:pt x="0" y="213"/>
                  </a:lnTo>
                  <a:lnTo>
                    <a:pt x="70" y="163"/>
                  </a:lnTo>
                  <a:lnTo>
                    <a:pt x="44" y="81"/>
                  </a:lnTo>
                  <a:lnTo>
                    <a:pt x="129" y="81"/>
                  </a:lnTo>
                  <a:lnTo>
                    <a:pt x="156" y="0"/>
                  </a:lnTo>
                  <a:lnTo>
                    <a:pt x="226" y="51"/>
                  </a:lnTo>
                  <a:lnTo>
                    <a:pt x="296" y="0"/>
                  </a:lnTo>
                  <a:lnTo>
                    <a:pt x="323" y="81"/>
                  </a:lnTo>
                  <a:lnTo>
                    <a:pt x="408" y="81"/>
                  </a:lnTo>
                  <a:lnTo>
                    <a:pt x="382" y="163"/>
                  </a:lnTo>
                  <a:lnTo>
                    <a:pt x="452" y="213"/>
                  </a:lnTo>
                  <a:lnTo>
                    <a:pt x="400" y="253"/>
                  </a:lnTo>
                  <a:lnTo>
                    <a:pt x="400" y="253"/>
                  </a:lnTo>
                  <a:lnTo>
                    <a:pt x="365" y="194"/>
                  </a:lnTo>
                  <a:lnTo>
                    <a:pt x="365" y="194"/>
                  </a:lnTo>
                  <a:lnTo>
                    <a:pt x="314" y="194"/>
                  </a:lnTo>
                  <a:lnTo>
                    <a:pt x="314" y="194"/>
                  </a:lnTo>
                  <a:lnTo>
                    <a:pt x="312" y="184"/>
                  </a:lnTo>
                  <a:lnTo>
                    <a:pt x="307" y="175"/>
                  </a:lnTo>
                  <a:lnTo>
                    <a:pt x="303" y="167"/>
                  </a:lnTo>
                  <a:lnTo>
                    <a:pt x="297" y="159"/>
                  </a:lnTo>
                  <a:lnTo>
                    <a:pt x="297" y="1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944F3BD-D97C-9EE6-619D-59987396AA51}"/>
              </a:ext>
            </a:extLst>
          </p:cNvPr>
          <p:cNvGrpSpPr/>
          <p:nvPr/>
        </p:nvGrpSpPr>
        <p:grpSpPr>
          <a:xfrm>
            <a:off x="9254960" y="3589080"/>
            <a:ext cx="512259" cy="454917"/>
            <a:chOff x="9132449" y="3337855"/>
            <a:chExt cx="606425" cy="538542"/>
          </a:xfrm>
          <a:solidFill>
            <a:schemeClr val="tx1"/>
          </a:solidFill>
        </p:grpSpPr>
        <p:grpSp>
          <p:nvGrpSpPr>
            <p:cNvPr id="3" name="Group 12">
              <a:extLst>
                <a:ext uri="{FF2B5EF4-FFF2-40B4-BE49-F238E27FC236}">
                  <a16:creationId xmlns:a16="http://schemas.microsoft.com/office/drawing/2014/main" id="{D7B3EC55-4A66-E10D-3212-5E36A11CFF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132449" y="3337855"/>
              <a:ext cx="606425" cy="538542"/>
              <a:chOff x="3170" y="1565"/>
              <a:chExt cx="1340" cy="1190"/>
            </a:xfrm>
            <a:grpFill/>
          </p:grpSpPr>
          <p:sp>
            <p:nvSpPr>
              <p:cNvPr id="9" name="Freeform 13">
                <a:extLst>
                  <a:ext uri="{FF2B5EF4-FFF2-40B4-BE49-F238E27FC236}">
                    <a16:creationId xmlns:a16="http://schemas.microsoft.com/office/drawing/2014/main" id="{F3B90D2D-D060-6384-8347-81198C32715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70" y="1565"/>
                <a:ext cx="996" cy="855"/>
              </a:xfrm>
              <a:custGeom>
                <a:avLst/>
                <a:gdLst>
                  <a:gd name="T0" fmla="*/ 2759 w 2989"/>
                  <a:gd name="T1" fmla="*/ 130 h 2564"/>
                  <a:gd name="T2" fmla="*/ 2819 w 2989"/>
                  <a:gd name="T3" fmla="*/ 120 h 2564"/>
                  <a:gd name="T4" fmla="*/ 2865 w 2989"/>
                  <a:gd name="T5" fmla="*/ 152 h 2564"/>
                  <a:gd name="T6" fmla="*/ 2878 w 2989"/>
                  <a:gd name="T7" fmla="*/ 198 h 2564"/>
                  <a:gd name="T8" fmla="*/ 2858 w 2989"/>
                  <a:gd name="T9" fmla="*/ 221 h 2564"/>
                  <a:gd name="T10" fmla="*/ 1585 w 2989"/>
                  <a:gd name="T11" fmla="*/ 1135 h 2564"/>
                  <a:gd name="T12" fmla="*/ 1567 w 2989"/>
                  <a:gd name="T13" fmla="*/ 1086 h 2564"/>
                  <a:gd name="T14" fmla="*/ 1535 w 2989"/>
                  <a:gd name="T15" fmla="*/ 1066 h 2564"/>
                  <a:gd name="T16" fmla="*/ 1567 w 2989"/>
                  <a:gd name="T17" fmla="*/ 1020 h 2564"/>
                  <a:gd name="T18" fmla="*/ 1383 w 2989"/>
                  <a:gd name="T19" fmla="*/ 1199 h 2564"/>
                  <a:gd name="T20" fmla="*/ 1418 w 2989"/>
                  <a:gd name="T21" fmla="*/ 1213 h 2564"/>
                  <a:gd name="T22" fmla="*/ 1443 w 2989"/>
                  <a:gd name="T23" fmla="*/ 1245 h 2564"/>
                  <a:gd name="T24" fmla="*/ 2078 w 2989"/>
                  <a:gd name="T25" fmla="*/ 1141 h 2564"/>
                  <a:gd name="T26" fmla="*/ 2084 w 2989"/>
                  <a:gd name="T27" fmla="*/ 1105 h 2564"/>
                  <a:gd name="T28" fmla="*/ 2120 w 2989"/>
                  <a:gd name="T29" fmla="*/ 1067 h 2564"/>
                  <a:gd name="T30" fmla="*/ 2155 w 2989"/>
                  <a:gd name="T31" fmla="*/ 1061 h 2564"/>
                  <a:gd name="T32" fmla="*/ 2365 w 2989"/>
                  <a:gd name="T33" fmla="*/ 935 h 2564"/>
                  <a:gd name="T34" fmla="*/ 2371 w 2989"/>
                  <a:gd name="T35" fmla="*/ 855 h 2564"/>
                  <a:gd name="T36" fmla="*/ 2404 w 2989"/>
                  <a:gd name="T37" fmla="*/ 819 h 2564"/>
                  <a:gd name="T38" fmla="*/ 2443 w 2989"/>
                  <a:gd name="T39" fmla="*/ 812 h 2564"/>
                  <a:gd name="T40" fmla="*/ 2488 w 2989"/>
                  <a:gd name="T41" fmla="*/ 837 h 2564"/>
                  <a:gd name="T42" fmla="*/ 2503 w 2989"/>
                  <a:gd name="T43" fmla="*/ 872 h 2564"/>
                  <a:gd name="T44" fmla="*/ 2652 w 2989"/>
                  <a:gd name="T45" fmla="*/ 632 h 2564"/>
                  <a:gd name="T46" fmla="*/ 2665 w 2989"/>
                  <a:gd name="T47" fmla="*/ 593 h 2564"/>
                  <a:gd name="T48" fmla="*/ 2706 w 2989"/>
                  <a:gd name="T49" fmla="*/ 564 h 2564"/>
                  <a:gd name="T50" fmla="*/ 2747 w 2989"/>
                  <a:gd name="T51" fmla="*/ 567 h 2564"/>
                  <a:gd name="T52" fmla="*/ 2784 w 2989"/>
                  <a:gd name="T53" fmla="*/ 603 h 2564"/>
                  <a:gd name="T54" fmla="*/ 2989 w 2989"/>
                  <a:gd name="T55" fmla="*/ 868 h 2564"/>
                  <a:gd name="T56" fmla="*/ 2986 w 2989"/>
                  <a:gd name="T57" fmla="*/ 125 h 2564"/>
                  <a:gd name="T58" fmla="*/ 2963 w 2989"/>
                  <a:gd name="T59" fmla="*/ 70 h 2564"/>
                  <a:gd name="T60" fmla="*/ 2921 w 2989"/>
                  <a:gd name="T61" fmla="*/ 26 h 2564"/>
                  <a:gd name="T62" fmla="*/ 2865 w 2989"/>
                  <a:gd name="T63" fmla="*/ 3 h 2564"/>
                  <a:gd name="T64" fmla="*/ 1524 w 2989"/>
                  <a:gd name="T65" fmla="*/ 0 h 2564"/>
                  <a:gd name="T66" fmla="*/ 1477 w 2989"/>
                  <a:gd name="T67" fmla="*/ 7 h 2564"/>
                  <a:gd name="T68" fmla="*/ 1433 w 2989"/>
                  <a:gd name="T69" fmla="*/ 29 h 2564"/>
                  <a:gd name="T70" fmla="*/ 65 w 2989"/>
                  <a:gd name="T71" fmla="*/ 1014 h 2564"/>
                  <a:gd name="T72" fmla="*/ 18 w 2989"/>
                  <a:gd name="T73" fmla="*/ 1070 h 2564"/>
                  <a:gd name="T74" fmla="*/ 0 w 2989"/>
                  <a:gd name="T75" fmla="*/ 1141 h 2564"/>
                  <a:gd name="T76" fmla="*/ 4 w 2989"/>
                  <a:gd name="T77" fmla="*/ 2442 h 2564"/>
                  <a:gd name="T78" fmla="*/ 26 w 2989"/>
                  <a:gd name="T79" fmla="*/ 2496 h 2564"/>
                  <a:gd name="T80" fmla="*/ 70 w 2989"/>
                  <a:gd name="T81" fmla="*/ 2538 h 2564"/>
                  <a:gd name="T82" fmla="*/ 124 w 2989"/>
                  <a:gd name="T83" fmla="*/ 2562 h 2564"/>
                  <a:gd name="T84" fmla="*/ 893 w 2989"/>
                  <a:gd name="T85" fmla="*/ 2428 h 2564"/>
                  <a:gd name="T86" fmla="*/ 171 w 2989"/>
                  <a:gd name="T87" fmla="*/ 2426 h 2564"/>
                  <a:gd name="T88" fmla="*/ 130 w 2989"/>
                  <a:gd name="T89" fmla="*/ 2403 h 2564"/>
                  <a:gd name="T90" fmla="*/ 106 w 2989"/>
                  <a:gd name="T91" fmla="*/ 2360 h 2564"/>
                  <a:gd name="T92" fmla="*/ 104 w 2989"/>
                  <a:gd name="T93" fmla="*/ 1283 h 2564"/>
                  <a:gd name="T94" fmla="*/ 111 w 2989"/>
                  <a:gd name="T95" fmla="*/ 1251 h 2564"/>
                  <a:gd name="T96" fmla="*/ 156 w 2989"/>
                  <a:gd name="T97" fmla="*/ 1205 h 2564"/>
                  <a:gd name="T98" fmla="*/ 189 w 2989"/>
                  <a:gd name="T99" fmla="*/ 1198 h 2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989" h="2564">
                    <a:moveTo>
                      <a:pt x="1567" y="1020"/>
                    </a:moveTo>
                    <a:lnTo>
                      <a:pt x="2739" y="145"/>
                    </a:lnTo>
                    <a:lnTo>
                      <a:pt x="2739" y="145"/>
                    </a:lnTo>
                    <a:lnTo>
                      <a:pt x="2759" y="130"/>
                    </a:lnTo>
                    <a:lnTo>
                      <a:pt x="2783" y="118"/>
                    </a:lnTo>
                    <a:lnTo>
                      <a:pt x="2804" y="118"/>
                    </a:lnTo>
                    <a:lnTo>
                      <a:pt x="2804" y="118"/>
                    </a:lnTo>
                    <a:lnTo>
                      <a:pt x="2819" y="120"/>
                    </a:lnTo>
                    <a:lnTo>
                      <a:pt x="2832" y="124"/>
                    </a:lnTo>
                    <a:lnTo>
                      <a:pt x="2844" y="131"/>
                    </a:lnTo>
                    <a:lnTo>
                      <a:pt x="2856" y="141"/>
                    </a:lnTo>
                    <a:lnTo>
                      <a:pt x="2865" y="152"/>
                    </a:lnTo>
                    <a:lnTo>
                      <a:pt x="2872" y="164"/>
                    </a:lnTo>
                    <a:lnTo>
                      <a:pt x="2876" y="177"/>
                    </a:lnTo>
                    <a:lnTo>
                      <a:pt x="2878" y="192"/>
                    </a:lnTo>
                    <a:lnTo>
                      <a:pt x="2878" y="198"/>
                    </a:lnTo>
                    <a:lnTo>
                      <a:pt x="2878" y="198"/>
                    </a:lnTo>
                    <a:lnTo>
                      <a:pt x="2872" y="206"/>
                    </a:lnTo>
                    <a:lnTo>
                      <a:pt x="2865" y="213"/>
                    </a:lnTo>
                    <a:lnTo>
                      <a:pt x="2858" y="221"/>
                    </a:lnTo>
                    <a:lnTo>
                      <a:pt x="2851" y="227"/>
                    </a:lnTo>
                    <a:lnTo>
                      <a:pt x="1585" y="1177"/>
                    </a:lnTo>
                    <a:lnTo>
                      <a:pt x="1585" y="1135"/>
                    </a:lnTo>
                    <a:lnTo>
                      <a:pt x="1585" y="1135"/>
                    </a:lnTo>
                    <a:lnTo>
                      <a:pt x="1584" y="1121"/>
                    </a:lnTo>
                    <a:lnTo>
                      <a:pt x="1581" y="1109"/>
                    </a:lnTo>
                    <a:lnTo>
                      <a:pt x="1575" y="1096"/>
                    </a:lnTo>
                    <a:lnTo>
                      <a:pt x="1567" y="1086"/>
                    </a:lnTo>
                    <a:lnTo>
                      <a:pt x="1567" y="1086"/>
                    </a:lnTo>
                    <a:lnTo>
                      <a:pt x="1556" y="1075"/>
                    </a:lnTo>
                    <a:lnTo>
                      <a:pt x="1542" y="1068"/>
                    </a:lnTo>
                    <a:lnTo>
                      <a:pt x="1535" y="1066"/>
                    </a:lnTo>
                    <a:lnTo>
                      <a:pt x="1527" y="1063"/>
                    </a:lnTo>
                    <a:lnTo>
                      <a:pt x="1520" y="1061"/>
                    </a:lnTo>
                    <a:lnTo>
                      <a:pt x="1511" y="1061"/>
                    </a:lnTo>
                    <a:lnTo>
                      <a:pt x="1567" y="1020"/>
                    </a:lnTo>
                    <a:lnTo>
                      <a:pt x="1567" y="1020"/>
                    </a:lnTo>
                    <a:close/>
                    <a:moveTo>
                      <a:pt x="1375" y="1198"/>
                    </a:moveTo>
                    <a:lnTo>
                      <a:pt x="1375" y="1198"/>
                    </a:lnTo>
                    <a:lnTo>
                      <a:pt x="1383" y="1199"/>
                    </a:lnTo>
                    <a:lnTo>
                      <a:pt x="1390" y="1201"/>
                    </a:lnTo>
                    <a:lnTo>
                      <a:pt x="1399" y="1202"/>
                    </a:lnTo>
                    <a:lnTo>
                      <a:pt x="1405" y="1205"/>
                    </a:lnTo>
                    <a:lnTo>
                      <a:pt x="1418" y="1213"/>
                    </a:lnTo>
                    <a:lnTo>
                      <a:pt x="1429" y="1223"/>
                    </a:lnTo>
                    <a:lnTo>
                      <a:pt x="1429" y="1223"/>
                    </a:lnTo>
                    <a:lnTo>
                      <a:pt x="1438" y="1234"/>
                    </a:lnTo>
                    <a:lnTo>
                      <a:pt x="1443" y="1245"/>
                    </a:lnTo>
                    <a:lnTo>
                      <a:pt x="1447" y="1258"/>
                    </a:lnTo>
                    <a:lnTo>
                      <a:pt x="1449" y="1272"/>
                    </a:lnTo>
                    <a:lnTo>
                      <a:pt x="1449" y="1595"/>
                    </a:lnTo>
                    <a:lnTo>
                      <a:pt x="2078" y="1141"/>
                    </a:lnTo>
                    <a:lnTo>
                      <a:pt x="2078" y="1132"/>
                    </a:lnTo>
                    <a:lnTo>
                      <a:pt x="2078" y="1132"/>
                    </a:lnTo>
                    <a:lnTo>
                      <a:pt x="2080" y="1118"/>
                    </a:lnTo>
                    <a:lnTo>
                      <a:pt x="2084" y="1105"/>
                    </a:lnTo>
                    <a:lnTo>
                      <a:pt x="2089" y="1093"/>
                    </a:lnTo>
                    <a:lnTo>
                      <a:pt x="2098" y="1082"/>
                    </a:lnTo>
                    <a:lnTo>
                      <a:pt x="2108" y="1074"/>
                    </a:lnTo>
                    <a:lnTo>
                      <a:pt x="2120" y="1067"/>
                    </a:lnTo>
                    <a:lnTo>
                      <a:pt x="2133" y="1063"/>
                    </a:lnTo>
                    <a:lnTo>
                      <a:pt x="2147" y="1061"/>
                    </a:lnTo>
                    <a:lnTo>
                      <a:pt x="2147" y="1061"/>
                    </a:lnTo>
                    <a:lnTo>
                      <a:pt x="2155" y="1061"/>
                    </a:lnTo>
                    <a:lnTo>
                      <a:pt x="2163" y="1063"/>
                    </a:lnTo>
                    <a:lnTo>
                      <a:pt x="2172" y="1066"/>
                    </a:lnTo>
                    <a:lnTo>
                      <a:pt x="2179" y="1068"/>
                    </a:lnTo>
                    <a:lnTo>
                      <a:pt x="2365" y="935"/>
                    </a:lnTo>
                    <a:lnTo>
                      <a:pt x="2365" y="882"/>
                    </a:lnTo>
                    <a:lnTo>
                      <a:pt x="2365" y="882"/>
                    </a:lnTo>
                    <a:lnTo>
                      <a:pt x="2367" y="869"/>
                    </a:lnTo>
                    <a:lnTo>
                      <a:pt x="2371" y="855"/>
                    </a:lnTo>
                    <a:lnTo>
                      <a:pt x="2376" y="844"/>
                    </a:lnTo>
                    <a:lnTo>
                      <a:pt x="2385" y="834"/>
                    </a:lnTo>
                    <a:lnTo>
                      <a:pt x="2393" y="825"/>
                    </a:lnTo>
                    <a:lnTo>
                      <a:pt x="2404" y="819"/>
                    </a:lnTo>
                    <a:lnTo>
                      <a:pt x="2417" y="813"/>
                    </a:lnTo>
                    <a:lnTo>
                      <a:pt x="2431" y="812"/>
                    </a:lnTo>
                    <a:lnTo>
                      <a:pt x="2431" y="812"/>
                    </a:lnTo>
                    <a:lnTo>
                      <a:pt x="2443" y="812"/>
                    </a:lnTo>
                    <a:lnTo>
                      <a:pt x="2457" y="815"/>
                    </a:lnTo>
                    <a:lnTo>
                      <a:pt x="2468" y="820"/>
                    </a:lnTo>
                    <a:lnTo>
                      <a:pt x="2478" y="827"/>
                    </a:lnTo>
                    <a:lnTo>
                      <a:pt x="2488" y="837"/>
                    </a:lnTo>
                    <a:lnTo>
                      <a:pt x="2495" y="847"/>
                    </a:lnTo>
                    <a:lnTo>
                      <a:pt x="2500" y="859"/>
                    </a:lnTo>
                    <a:lnTo>
                      <a:pt x="2503" y="872"/>
                    </a:lnTo>
                    <a:lnTo>
                      <a:pt x="2503" y="872"/>
                    </a:lnTo>
                    <a:lnTo>
                      <a:pt x="2528" y="869"/>
                    </a:lnTo>
                    <a:lnTo>
                      <a:pt x="2553" y="868"/>
                    </a:lnTo>
                    <a:lnTo>
                      <a:pt x="2652" y="868"/>
                    </a:lnTo>
                    <a:lnTo>
                      <a:pt x="2652" y="632"/>
                    </a:lnTo>
                    <a:lnTo>
                      <a:pt x="2652" y="632"/>
                    </a:lnTo>
                    <a:lnTo>
                      <a:pt x="2654" y="618"/>
                    </a:lnTo>
                    <a:lnTo>
                      <a:pt x="2658" y="606"/>
                    </a:lnTo>
                    <a:lnTo>
                      <a:pt x="2665" y="593"/>
                    </a:lnTo>
                    <a:lnTo>
                      <a:pt x="2672" y="584"/>
                    </a:lnTo>
                    <a:lnTo>
                      <a:pt x="2683" y="575"/>
                    </a:lnTo>
                    <a:lnTo>
                      <a:pt x="2694" y="568"/>
                    </a:lnTo>
                    <a:lnTo>
                      <a:pt x="2706" y="564"/>
                    </a:lnTo>
                    <a:lnTo>
                      <a:pt x="2720" y="561"/>
                    </a:lnTo>
                    <a:lnTo>
                      <a:pt x="2720" y="561"/>
                    </a:lnTo>
                    <a:lnTo>
                      <a:pt x="2734" y="563"/>
                    </a:lnTo>
                    <a:lnTo>
                      <a:pt x="2747" y="567"/>
                    </a:lnTo>
                    <a:lnTo>
                      <a:pt x="2759" y="572"/>
                    </a:lnTo>
                    <a:lnTo>
                      <a:pt x="2769" y="581"/>
                    </a:lnTo>
                    <a:lnTo>
                      <a:pt x="2778" y="592"/>
                    </a:lnTo>
                    <a:lnTo>
                      <a:pt x="2784" y="603"/>
                    </a:lnTo>
                    <a:lnTo>
                      <a:pt x="2789" y="617"/>
                    </a:lnTo>
                    <a:lnTo>
                      <a:pt x="2790" y="631"/>
                    </a:lnTo>
                    <a:lnTo>
                      <a:pt x="2790" y="868"/>
                    </a:lnTo>
                    <a:lnTo>
                      <a:pt x="2989" y="868"/>
                    </a:lnTo>
                    <a:lnTo>
                      <a:pt x="2989" y="156"/>
                    </a:lnTo>
                    <a:lnTo>
                      <a:pt x="2989" y="156"/>
                    </a:lnTo>
                    <a:lnTo>
                      <a:pt x="2989" y="141"/>
                    </a:lnTo>
                    <a:lnTo>
                      <a:pt x="2986" y="125"/>
                    </a:lnTo>
                    <a:lnTo>
                      <a:pt x="2982" y="110"/>
                    </a:lnTo>
                    <a:lnTo>
                      <a:pt x="2977" y="96"/>
                    </a:lnTo>
                    <a:lnTo>
                      <a:pt x="2971" y="82"/>
                    </a:lnTo>
                    <a:lnTo>
                      <a:pt x="2963" y="70"/>
                    </a:lnTo>
                    <a:lnTo>
                      <a:pt x="2954" y="57"/>
                    </a:lnTo>
                    <a:lnTo>
                      <a:pt x="2943" y="46"/>
                    </a:lnTo>
                    <a:lnTo>
                      <a:pt x="2932" y="36"/>
                    </a:lnTo>
                    <a:lnTo>
                      <a:pt x="2921" y="26"/>
                    </a:lnTo>
                    <a:lnTo>
                      <a:pt x="2908" y="20"/>
                    </a:lnTo>
                    <a:lnTo>
                      <a:pt x="2895" y="13"/>
                    </a:lnTo>
                    <a:lnTo>
                      <a:pt x="2881" y="7"/>
                    </a:lnTo>
                    <a:lnTo>
                      <a:pt x="2865" y="3"/>
                    </a:lnTo>
                    <a:lnTo>
                      <a:pt x="2850" y="1"/>
                    </a:lnTo>
                    <a:lnTo>
                      <a:pt x="2833" y="0"/>
                    </a:lnTo>
                    <a:lnTo>
                      <a:pt x="1524" y="0"/>
                    </a:lnTo>
                    <a:lnTo>
                      <a:pt x="1524" y="0"/>
                    </a:lnTo>
                    <a:lnTo>
                      <a:pt x="1511" y="0"/>
                    </a:lnTo>
                    <a:lnTo>
                      <a:pt x="1500" y="3"/>
                    </a:lnTo>
                    <a:lnTo>
                      <a:pt x="1488" y="4"/>
                    </a:lnTo>
                    <a:lnTo>
                      <a:pt x="1477" y="7"/>
                    </a:lnTo>
                    <a:lnTo>
                      <a:pt x="1465" y="11"/>
                    </a:lnTo>
                    <a:lnTo>
                      <a:pt x="1454" y="17"/>
                    </a:lnTo>
                    <a:lnTo>
                      <a:pt x="1443" y="22"/>
                    </a:lnTo>
                    <a:lnTo>
                      <a:pt x="1433" y="29"/>
                    </a:lnTo>
                    <a:lnTo>
                      <a:pt x="1433" y="29"/>
                    </a:lnTo>
                    <a:lnTo>
                      <a:pt x="1432" y="29"/>
                    </a:lnTo>
                    <a:lnTo>
                      <a:pt x="65" y="1014"/>
                    </a:lnTo>
                    <a:lnTo>
                      <a:pt x="65" y="1014"/>
                    </a:lnTo>
                    <a:lnTo>
                      <a:pt x="52" y="1027"/>
                    </a:lnTo>
                    <a:lnTo>
                      <a:pt x="38" y="1039"/>
                    </a:lnTo>
                    <a:lnTo>
                      <a:pt x="26" y="1054"/>
                    </a:lnTo>
                    <a:lnTo>
                      <a:pt x="18" y="1070"/>
                    </a:lnTo>
                    <a:lnTo>
                      <a:pt x="11" y="1086"/>
                    </a:lnTo>
                    <a:lnTo>
                      <a:pt x="6" y="1105"/>
                    </a:lnTo>
                    <a:lnTo>
                      <a:pt x="1" y="1123"/>
                    </a:lnTo>
                    <a:lnTo>
                      <a:pt x="0" y="1141"/>
                    </a:lnTo>
                    <a:lnTo>
                      <a:pt x="0" y="2410"/>
                    </a:lnTo>
                    <a:lnTo>
                      <a:pt x="0" y="2410"/>
                    </a:lnTo>
                    <a:lnTo>
                      <a:pt x="1" y="2425"/>
                    </a:lnTo>
                    <a:lnTo>
                      <a:pt x="4" y="2442"/>
                    </a:lnTo>
                    <a:lnTo>
                      <a:pt x="7" y="2456"/>
                    </a:lnTo>
                    <a:lnTo>
                      <a:pt x="13" y="2470"/>
                    </a:lnTo>
                    <a:lnTo>
                      <a:pt x="20" y="2484"/>
                    </a:lnTo>
                    <a:lnTo>
                      <a:pt x="26" y="2496"/>
                    </a:lnTo>
                    <a:lnTo>
                      <a:pt x="36" y="2509"/>
                    </a:lnTo>
                    <a:lnTo>
                      <a:pt x="46" y="2520"/>
                    </a:lnTo>
                    <a:lnTo>
                      <a:pt x="57" y="2530"/>
                    </a:lnTo>
                    <a:lnTo>
                      <a:pt x="70" y="2538"/>
                    </a:lnTo>
                    <a:lnTo>
                      <a:pt x="82" y="2546"/>
                    </a:lnTo>
                    <a:lnTo>
                      <a:pt x="95" y="2553"/>
                    </a:lnTo>
                    <a:lnTo>
                      <a:pt x="110" y="2557"/>
                    </a:lnTo>
                    <a:lnTo>
                      <a:pt x="124" y="2562"/>
                    </a:lnTo>
                    <a:lnTo>
                      <a:pt x="139" y="2564"/>
                    </a:lnTo>
                    <a:lnTo>
                      <a:pt x="156" y="2564"/>
                    </a:lnTo>
                    <a:lnTo>
                      <a:pt x="893" y="2564"/>
                    </a:lnTo>
                    <a:lnTo>
                      <a:pt x="893" y="2428"/>
                    </a:lnTo>
                    <a:lnTo>
                      <a:pt x="189" y="2428"/>
                    </a:lnTo>
                    <a:lnTo>
                      <a:pt x="189" y="2428"/>
                    </a:lnTo>
                    <a:lnTo>
                      <a:pt x="180" y="2428"/>
                    </a:lnTo>
                    <a:lnTo>
                      <a:pt x="171" y="2426"/>
                    </a:lnTo>
                    <a:lnTo>
                      <a:pt x="164" y="2424"/>
                    </a:lnTo>
                    <a:lnTo>
                      <a:pt x="156" y="2421"/>
                    </a:lnTo>
                    <a:lnTo>
                      <a:pt x="142" y="2413"/>
                    </a:lnTo>
                    <a:lnTo>
                      <a:pt x="130" y="2403"/>
                    </a:lnTo>
                    <a:lnTo>
                      <a:pt x="118" y="2390"/>
                    </a:lnTo>
                    <a:lnTo>
                      <a:pt x="111" y="2376"/>
                    </a:lnTo>
                    <a:lnTo>
                      <a:pt x="107" y="2368"/>
                    </a:lnTo>
                    <a:lnTo>
                      <a:pt x="106" y="2360"/>
                    </a:lnTo>
                    <a:lnTo>
                      <a:pt x="104" y="2351"/>
                    </a:lnTo>
                    <a:lnTo>
                      <a:pt x="104" y="2343"/>
                    </a:lnTo>
                    <a:lnTo>
                      <a:pt x="104" y="1283"/>
                    </a:lnTo>
                    <a:lnTo>
                      <a:pt x="104" y="1283"/>
                    </a:lnTo>
                    <a:lnTo>
                      <a:pt x="104" y="1275"/>
                    </a:lnTo>
                    <a:lnTo>
                      <a:pt x="106" y="1266"/>
                    </a:lnTo>
                    <a:lnTo>
                      <a:pt x="107" y="1258"/>
                    </a:lnTo>
                    <a:lnTo>
                      <a:pt x="111" y="1251"/>
                    </a:lnTo>
                    <a:lnTo>
                      <a:pt x="118" y="1236"/>
                    </a:lnTo>
                    <a:lnTo>
                      <a:pt x="130" y="1223"/>
                    </a:lnTo>
                    <a:lnTo>
                      <a:pt x="142" y="1213"/>
                    </a:lnTo>
                    <a:lnTo>
                      <a:pt x="156" y="1205"/>
                    </a:lnTo>
                    <a:lnTo>
                      <a:pt x="164" y="1202"/>
                    </a:lnTo>
                    <a:lnTo>
                      <a:pt x="171" y="1201"/>
                    </a:lnTo>
                    <a:lnTo>
                      <a:pt x="180" y="1199"/>
                    </a:lnTo>
                    <a:lnTo>
                      <a:pt x="189" y="1198"/>
                    </a:lnTo>
                    <a:lnTo>
                      <a:pt x="1375" y="1198"/>
                    </a:lnTo>
                    <a:lnTo>
                      <a:pt x="1375" y="11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aseline="-25000" dirty="0"/>
              </a:p>
            </p:txBody>
          </p:sp>
          <p:sp>
            <p:nvSpPr>
              <p:cNvPr id="10" name="Freeform 16">
                <a:extLst>
                  <a:ext uri="{FF2B5EF4-FFF2-40B4-BE49-F238E27FC236}">
                    <a16:creationId xmlns:a16="http://schemas.microsoft.com/office/drawing/2014/main" id="{627054E6-F75B-5798-542F-DE1D03EC95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14" y="1900"/>
                <a:ext cx="996" cy="855"/>
              </a:xfrm>
              <a:custGeom>
                <a:avLst/>
                <a:gdLst>
                  <a:gd name="T0" fmla="*/ 2981 w 2989"/>
                  <a:gd name="T1" fmla="*/ 110 h 2566"/>
                  <a:gd name="T2" fmla="*/ 2943 w 2989"/>
                  <a:gd name="T3" fmla="*/ 46 h 2566"/>
                  <a:gd name="T4" fmla="*/ 2879 w 2989"/>
                  <a:gd name="T5" fmla="*/ 7 h 2566"/>
                  <a:gd name="T6" fmla="*/ 1522 w 2989"/>
                  <a:gd name="T7" fmla="*/ 0 h 2566"/>
                  <a:gd name="T8" fmla="*/ 1464 w 2989"/>
                  <a:gd name="T9" fmla="*/ 13 h 2566"/>
                  <a:gd name="T10" fmla="*/ 1432 w 2989"/>
                  <a:gd name="T11" fmla="*/ 31 h 2566"/>
                  <a:gd name="T12" fmla="*/ 26 w 2989"/>
                  <a:gd name="T13" fmla="*/ 1055 h 2566"/>
                  <a:gd name="T14" fmla="*/ 0 w 2989"/>
                  <a:gd name="T15" fmla="*/ 1141 h 2566"/>
                  <a:gd name="T16" fmla="*/ 7 w 2989"/>
                  <a:gd name="T17" fmla="*/ 2456 h 2566"/>
                  <a:gd name="T18" fmla="*/ 44 w 2989"/>
                  <a:gd name="T19" fmla="*/ 2520 h 2566"/>
                  <a:gd name="T20" fmla="*/ 108 w 2989"/>
                  <a:gd name="T21" fmla="*/ 2559 h 2566"/>
                  <a:gd name="T22" fmla="*/ 1525 w 2989"/>
                  <a:gd name="T23" fmla="*/ 2566 h 2566"/>
                  <a:gd name="T24" fmla="*/ 1593 w 2989"/>
                  <a:gd name="T25" fmla="*/ 2549 h 2566"/>
                  <a:gd name="T26" fmla="*/ 2937 w 2989"/>
                  <a:gd name="T27" fmla="*/ 1339 h 2566"/>
                  <a:gd name="T28" fmla="*/ 2975 w 2989"/>
                  <a:gd name="T29" fmla="*/ 1287 h 2566"/>
                  <a:gd name="T30" fmla="*/ 2988 w 2989"/>
                  <a:gd name="T31" fmla="*/ 156 h 2566"/>
                  <a:gd name="T32" fmla="*/ 1439 w 2989"/>
                  <a:gd name="T33" fmla="*/ 2429 h 2566"/>
                  <a:gd name="T34" fmla="*/ 1383 w 2989"/>
                  <a:gd name="T35" fmla="*/ 2459 h 2566"/>
                  <a:gd name="T36" fmla="*/ 192 w 2989"/>
                  <a:gd name="T37" fmla="*/ 2448 h 2566"/>
                  <a:gd name="T38" fmla="*/ 163 w 2989"/>
                  <a:gd name="T39" fmla="*/ 2392 h 2566"/>
                  <a:gd name="T40" fmla="*/ 174 w 2989"/>
                  <a:gd name="T41" fmla="*/ 1170 h 2566"/>
                  <a:gd name="T42" fmla="*/ 230 w 2989"/>
                  <a:gd name="T43" fmla="*/ 1141 h 2566"/>
                  <a:gd name="T44" fmla="*/ 1421 w 2989"/>
                  <a:gd name="T45" fmla="*/ 1152 h 2566"/>
                  <a:gd name="T46" fmla="*/ 1450 w 2989"/>
                  <a:gd name="T47" fmla="*/ 1208 h 2566"/>
                  <a:gd name="T48" fmla="*/ 1922 w 2989"/>
                  <a:gd name="T49" fmla="*/ 2012 h 2566"/>
                  <a:gd name="T50" fmla="*/ 1873 w 2989"/>
                  <a:gd name="T51" fmla="*/ 2052 h 2566"/>
                  <a:gd name="T52" fmla="*/ 1820 w 2989"/>
                  <a:gd name="T53" fmla="*/ 2042 h 2566"/>
                  <a:gd name="T54" fmla="*/ 1790 w 2989"/>
                  <a:gd name="T55" fmla="*/ 1985 h 2566"/>
                  <a:gd name="T56" fmla="*/ 1802 w 2989"/>
                  <a:gd name="T57" fmla="*/ 1342 h 2566"/>
                  <a:gd name="T58" fmla="*/ 1859 w 2989"/>
                  <a:gd name="T59" fmla="*/ 1311 h 2566"/>
                  <a:gd name="T60" fmla="*/ 1908 w 2989"/>
                  <a:gd name="T61" fmla="*/ 1332 h 2566"/>
                  <a:gd name="T62" fmla="*/ 1928 w 2989"/>
                  <a:gd name="T63" fmla="*/ 1985 h 2566"/>
                  <a:gd name="T64" fmla="*/ 2203 w 2989"/>
                  <a:gd name="T65" fmla="*/ 1773 h 2566"/>
                  <a:gd name="T66" fmla="*/ 2146 w 2989"/>
                  <a:gd name="T67" fmla="*/ 1804 h 2566"/>
                  <a:gd name="T68" fmla="*/ 2098 w 2989"/>
                  <a:gd name="T69" fmla="*/ 1785 h 2566"/>
                  <a:gd name="T70" fmla="*/ 2077 w 2989"/>
                  <a:gd name="T71" fmla="*/ 1130 h 2566"/>
                  <a:gd name="T72" fmla="*/ 2098 w 2989"/>
                  <a:gd name="T73" fmla="*/ 1081 h 2566"/>
                  <a:gd name="T74" fmla="*/ 2146 w 2989"/>
                  <a:gd name="T75" fmla="*/ 1062 h 2566"/>
                  <a:gd name="T76" fmla="*/ 2203 w 2989"/>
                  <a:gd name="T77" fmla="*/ 1092 h 2566"/>
                  <a:gd name="T78" fmla="*/ 2501 w 2989"/>
                  <a:gd name="T79" fmla="*/ 1487 h 2566"/>
                  <a:gd name="T80" fmla="*/ 2482 w 2989"/>
                  <a:gd name="T81" fmla="*/ 1534 h 2566"/>
                  <a:gd name="T82" fmla="*/ 2433 w 2989"/>
                  <a:gd name="T83" fmla="*/ 1555 h 2566"/>
                  <a:gd name="T84" fmla="*/ 2376 w 2989"/>
                  <a:gd name="T85" fmla="*/ 1524 h 2566"/>
                  <a:gd name="T86" fmla="*/ 2365 w 2989"/>
                  <a:gd name="T87" fmla="*/ 881 h 2566"/>
                  <a:gd name="T88" fmla="*/ 2394 w 2989"/>
                  <a:gd name="T89" fmla="*/ 823 h 2566"/>
                  <a:gd name="T90" fmla="*/ 2447 w 2989"/>
                  <a:gd name="T91" fmla="*/ 814 h 2566"/>
                  <a:gd name="T92" fmla="*/ 2496 w 2989"/>
                  <a:gd name="T93" fmla="*/ 854 h 2566"/>
                  <a:gd name="T94" fmla="*/ 2788 w 2989"/>
                  <a:gd name="T95" fmla="*/ 1236 h 2566"/>
                  <a:gd name="T96" fmla="*/ 2758 w 2989"/>
                  <a:gd name="T97" fmla="*/ 1293 h 2566"/>
                  <a:gd name="T98" fmla="*/ 2706 w 2989"/>
                  <a:gd name="T99" fmla="*/ 1304 h 2566"/>
                  <a:gd name="T100" fmla="*/ 2657 w 2989"/>
                  <a:gd name="T101" fmla="*/ 1264 h 2566"/>
                  <a:gd name="T102" fmla="*/ 2653 w 2989"/>
                  <a:gd name="T103" fmla="*/ 617 h 2566"/>
                  <a:gd name="T104" fmla="*/ 2694 w 2989"/>
                  <a:gd name="T105" fmla="*/ 567 h 2566"/>
                  <a:gd name="T106" fmla="*/ 2747 w 2989"/>
                  <a:gd name="T107" fmla="*/ 567 h 2566"/>
                  <a:gd name="T108" fmla="*/ 2787 w 2989"/>
                  <a:gd name="T109" fmla="*/ 617 h 2566"/>
                  <a:gd name="T110" fmla="*/ 2871 w 2989"/>
                  <a:gd name="T111" fmla="*/ 206 h 2566"/>
                  <a:gd name="T112" fmla="*/ 1585 w 2989"/>
                  <a:gd name="T113" fmla="*/ 1137 h 2566"/>
                  <a:gd name="T114" fmla="*/ 1565 w 2989"/>
                  <a:gd name="T115" fmla="*/ 1087 h 2566"/>
                  <a:gd name="T116" fmla="*/ 1526 w 2989"/>
                  <a:gd name="T117" fmla="*/ 1063 h 2566"/>
                  <a:gd name="T118" fmla="*/ 2737 w 2989"/>
                  <a:gd name="T119" fmla="*/ 145 h 2566"/>
                  <a:gd name="T120" fmla="*/ 2818 w 2989"/>
                  <a:gd name="T121" fmla="*/ 121 h 2566"/>
                  <a:gd name="T122" fmla="*/ 2871 w 2989"/>
                  <a:gd name="T123" fmla="*/ 165 h 2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989" h="2566">
                    <a:moveTo>
                      <a:pt x="2988" y="156"/>
                    </a:moveTo>
                    <a:lnTo>
                      <a:pt x="2988" y="156"/>
                    </a:lnTo>
                    <a:lnTo>
                      <a:pt x="2988" y="141"/>
                    </a:lnTo>
                    <a:lnTo>
                      <a:pt x="2985" y="126"/>
                    </a:lnTo>
                    <a:lnTo>
                      <a:pt x="2981" y="110"/>
                    </a:lnTo>
                    <a:lnTo>
                      <a:pt x="2976" y="96"/>
                    </a:lnTo>
                    <a:lnTo>
                      <a:pt x="2969" y="82"/>
                    </a:lnTo>
                    <a:lnTo>
                      <a:pt x="2961" y="70"/>
                    </a:lnTo>
                    <a:lnTo>
                      <a:pt x="2953" y="57"/>
                    </a:lnTo>
                    <a:lnTo>
                      <a:pt x="2943" y="46"/>
                    </a:lnTo>
                    <a:lnTo>
                      <a:pt x="2932" y="36"/>
                    </a:lnTo>
                    <a:lnTo>
                      <a:pt x="2919" y="28"/>
                    </a:lnTo>
                    <a:lnTo>
                      <a:pt x="2907" y="20"/>
                    </a:lnTo>
                    <a:lnTo>
                      <a:pt x="2893" y="13"/>
                    </a:lnTo>
                    <a:lnTo>
                      <a:pt x="2879" y="7"/>
                    </a:lnTo>
                    <a:lnTo>
                      <a:pt x="2864" y="4"/>
                    </a:lnTo>
                    <a:lnTo>
                      <a:pt x="2848" y="2"/>
                    </a:lnTo>
                    <a:lnTo>
                      <a:pt x="2832" y="0"/>
                    </a:lnTo>
                    <a:lnTo>
                      <a:pt x="1522" y="0"/>
                    </a:lnTo>
                    <a:lnTo>
                      <a:pt x="1522" y="0"/>
                    </a:lnTo>
                    <a:lnTo>
                      <a:pt x="1510" y="2"/>
                    </a:lnTo>
                    <a:lnTo>
                      <a:pt x="1499" y="3"/>
                    </a:lnTo>
                    <a:lnTo>
                      <a:pt x="1486" y="4"/>
                    </a:lnTo>
                    <a:lnTo>
                      <a:pt x="1475" y="9"/>
                    </a:lnTo>
                    <a:lnTo>
                      <a:pt x="1464" y="13"/>
                    </a:lnTo>
                    <a:lnTo>
                      <a:pt x="1453" y="17"/>
                    </a:lnTo>
                    <a:lnTo>
                      <a:pt x="1441" y="23"/>
                    </a:lnTo>
                    <a:lnTo>
                      <a:pt x="1432" y="30"/>
                    </a:lnTo>
                    <a:lnTo>
                      <a:pt x="1432" y="30"/>
                    </a:lnTo>
                    <a:lnTo>
                      <a:pt x="1432" y="31"/>
                    </a:lnTo>
                    <a:lnTo>
                      <a:pt x="64" y="1016"/>
                    </a:lnTo>
                    <a:lnTo>
                      <a:pt x="64" y="1016"/>
                    </a:lnTo>
                    <a:lnTo>
                      <a:pt x="50" y="1027"/>
                    </a:lnTo>
                    <a:lnTo>
                      <a:pt x="37" y="1041"/>
                    </a:lnTo>
                    <a:lnTo>
                      <a:pt x="26" y="1055"/>
                    </a:lnTo>
                    <a:lnTo>
                      <a:pt x="16" y="1070"/>
                    </a:lnTo>
                    <a:lnTo>
                      <a:pt x="10" y="1087"/>
                    </a:lnTo>
                    <a:lnTo>
                      <a:pt x="4" y="1105"/>
                    </a:lnTo>
                    <a:lnTo>
                      <a:pt x="0" y="1123"/>
                    </a:lnTo>
                    <a:lnTo>
                      <a:pt x="0" y="1141"/>
                    </a:lnTo>
                    <a:lnTo>
                      <a:pt x="0" y="2410"/>
                    </a:lnTo>
                    <a:lnTo>
                      <a:pt x="0" y="2410"/>
                    </a:lnTo>
                    <a:lnTo>
                      <a:pt x="0" y="2427"/>
                    </a:lnTo>
                    <a:lnTo>
                      <a:pt x="3" y="2442"/>
                    </a:lnTo>
                    <a:lnTo>
                      <a:pt x="7" y="2456"/>
                    </a:lnTo>
                    <a:lnTo>
                      <a:pt x="11" y="2471"/>
                    </a:lnTo>
                    <a:lnTo>
                      <a:pt x="18" y="2484"/>
                    </a:lnTo>
                    <a:lnTo>
                      <a:pt x="26" y="2498"/>
                    </a:lnTo>
                    <a:lnTo>
                      <a:pt x="35" y="2509"/>
                    </a:lnTo>
                    <a:lnTo>
                      <a:pt x="44" y="2520"/>
                    </a:lnTo>
                    <a:lnTo>
                      <a:pt x="55" y="2530"/>
                    </a:lnTo>
                    <a:lnTo>
                      <a:pt x="68" y="2540"/>
                    </a:lnTo>
                    <a:lnTo>
                      <a:pt x="81" y="2546"/>
                    </a:lnTo>
                    <a:lnTo>
                      <a:pt x="94" y="2553"/>
                    </a:lnTo>
                    <a:lnTo>
                      <a:pt x="108" y="2559"/>
                    </a:lnTo>
                    <a:lnTo>
                      <a:pt x="124" y="2562"/>
                    </a:lnTo>
                    <a:lnTo>
                      <a:pt x="139" y="2565"/>
                    </a:lnTo>
                    <a:lnTo>
                      <a:pt x="154" y="2566"/>
                    </a:lnTo>
                    <a:lnTo>
                      <a:pt x="1525" y="2566"/>
                    </a:lnTo>
                    <a:lnTo>
                      <a:pt x="1525" y="2566"/>
                    </a:lnTo>
                    <a:lnTo>
                      <a:pt x="1539" y="2565"/>
                    </a:lnTo>
                    <a:lnTo>
                      <a:pt x="1553" y="2563"/>
                    </a:lnTo>
                    <a:lnTo>
                      <a:pt x="1567" y="2559"/>
                    </a:lnTo>
                    <a:lnTo>
                      <a:pt x="1581" y="2555"/>
                    </a:lnTo>
                    <a:lnTo>
                      <a:pt x="1593" y="2549"/>
                    </a:lnTo>
                    <a:lnTo>
                      <a:pt x="1606" y="2542"/>
                    </a:lnTo>
                    <a:lnTo>
                      <a:pt x="1617" y="2534"/>
                    </a:lnTo>
                    <a:lnTo>
                      <a:pt x="1628" y="2526"/>
                    </a:lnTo>
                    <a:lnTo>
                      <a:pt x="2774" y="1487"/>
                    </a:lnTo>
                    <a:lnTo>
                      <a:pt x="2937" y="1339"/>
                    </a:lnTo>
                    <a:lnTo>
                      <a:pt x="2937" y="1339"/>
                    </a:lnTo>
                    <a:lnTo>
                      <a:pt x="2949" y="1328"/>
                    </a:lnTo>
                    <a:lnTo>
                      <a:pt x="2958" y="1315"/>
                    </a:lnTo>
                    <a:lnTo>
                      <a:pt x="2968" y="1301"/>
                    </a:lnTo>
                    <a:lnTo>
                      <a:pt x="2975" y="1287"/>
                    </a:lnTo>
                    <a:lnTo>
                      <a:pt x="2981" y="1272"/>
                    </a:lnTo>
                    <a:lnTo>
                      <a:pt x="2985" y="1255"/>
                    </a:lnTo>
                    <a:lnTo>
                      <a:pt x="2988" y="1240"/>
                    </a:lnTo>
                    <a:lnTo>
                      <a:pt x="2989" y="1223"/>
                    </a:lnTo>
                    <a:lnTo>
                      <a:pt x="2988" y="156"/>
                    </a:lnTo>
                    <a:close/>
                    <a:moveTo>
                      <a:pt x="1450" y="2392"/>
                    </a:moveTo>
                    <a:lnTo>
                      <a:pt x="1450" y="2392"/>
                    </a:lnTo>
                    <a:lnTo>
                      <a:pt x="1448" y="2404"/>
                    </a:lnTo>
                    <a:lnTo>
                      <a:pt x="1446" y="2417"/>
                    </a:lnTo>
                    <a:lnTo>
                      <a:pt x="1439" y="2429"/>
                    </a:lnTo>
                    <a:lnTo>
                      <a:pt x="1430" y="2439"/>
                    </a:lnTo>
                    <a:lnTo>
                      <a:pt x="1421" y="2448"/>
                    </a:lnTo>
                    <a:lnTo>
                      <a:pt x="1409" y="2453"/>
                    </a:lnTo>
                    <a:lnTo>
                      <a:pt x="1397" y="2457"/>
                    </a:lnTo>
                    <a:lnTo>
                      <a:pt x="1383" y="2459"/>
                    </a:lnTo>
                    <a:lnTo>
                      <a:pt x="230" y="2459"/>
                    </a:lnTo>
                    <a:lnTo>
                      <a:pt x="230" y="2459"/>
                    </a:lnTo>
                    <a:lnTo>
                      <a:pt x="216" y="2457"/>
                    </a:lnTo>
                    <a:lnTo>
                      <a:pt x="203" y="2453"/>
                    </a:lnTo>
                    <a:lnTo>
                      <a:pt x="192" y="2448"/>
                    </a:lnTo>
                    <a:lnTo>
                      <a:pt x="182" y="2439"/>
                    </a:lnTo>
                    <a:lnTo>
                      <a:pt x="174" y="2429"/>
                    </a:lnTo>
                    <a:lnTo>
                      <a:pt x="167" y="2417"/>
                    </a:lnTo>
                    <a:lnTo>
                      <a:pt x="164" y="2404"/>
                    </a:lnTo>
                    <a:lnTo>
                      <a:pt x="163" y="2392"/>
                    </a:lnTo>
                    <a:lnTo>
                      <a:pt x="163" y="1208"/>
                    </a:lnTo>
                    <a:lnTo>
                      <a:pt x="163" y="1208"/>
                    </a:lnTo>
                    <a:lnTo>
                      <a:pt x="164" y="1194"/>
                    </a:lnTo>
                    <a:lnTo>
                      <a:pt x="167" y="1181"/>
                    </a:lnTo>
                    <a:lnTo>
                      <a:pt x="174" y="1170"/>
                    </a:lnTo>
                    <a:lnTo>
                      <a:pt x="182" y="1161"/>
                    </a:lnTo>
                    <a:lnTo>
                      <a:pt x="192" y="1152"/>
                    </a:lnTo>
                    <a:lnTo>
                      <a:pt x="203" y="1147"/>
                    </a:lnTo>
                    <a:lnTo>
                      <a:pt x="216" y="1142"/>
                    </a:lnTo>
                    <a:lnTo>
                      <a:pt x="230" y="1141"/>
                    </a:lnTo>
                    <a:lnTo>
                      <a:pt x="1383" y="1141"/>
                    </a:lnTo>
                    <a:lnTo>
                      <a:pt x="1383" y="1141"/>
                    </a:lnTo>
                    <a:lnTo>
                      <a:pt x="1397" y="1142"/>
                    </a:lnTo>
                    <a:lnTo>
                      <a:pt x="1409" y="1147"/>
                    </a:lnTo>
                    <a:lnTo>
                      <a:pt x="1421" y="1152"/>
                    </a:lnTo>
                    <a:lnTo>
                      <a:pt x="1430" y="1161"/>
                    </a:lnTo>
                    <a:lnTo>
                      <a:pt x="1439" y="1170"/>
                    </a:lnTo>
                    <a:lnTo>
                      <a:pt x="1446" y="1181"/>
                    </a:lnTo>
                    <a:lnTo>
                      <a:pt x="1448" y="1194"/>
                    </a:lnTo>
                    <a:lnTo>
                      <a:pt x="1450" y="1208"/>
                    </a:lnTo>
                    <a:lnTo>
                      <a:pt x="1450" y="2392"/>
                    </a:lnTo>
                    <a:close/>
                    <a:moveTo>
                      <a:pt x="1928" y="1985"/>
                    </a:moveTo>
                    <a:lnTo>
                      <a:pt x="1928" y="1985"/>
                    </a:lnTo>
                    <a:lnTo>
                      <a:pt x="1926" y="1999"/>
                    </a:lnTo>
                    <a:lnTo>
                      <a:pt x="1922" y="2012"/>
                    </a:lnTo>
                    <a:lnTo>
                      <a:pt x="1916" y="2024"/>
                    </a:lnTo>
                    <a:lnTo>
                      <a:pt x="1908" y="2034"/>
                    </a:lnTo>
                    <a:lnTo>
                      <a:pt x="1897" y="2042"/>
                    </a:lnTo>
                    <a:lnTo>
                      <a:pt x="1886" y="2048"/>
                    </a:lnTo>
                    <a:lnTo>
                      <a:pt x="1873" y="2052"/>
                    </a:lnTo>
                    <a:lnTo>
                      <a:pt x="1859" y="2053"/>
                    </a:lnTo>
                    <a:lnTo>
                      <a:pt x="1859" y="2053"/>
                    </a:lnTo>
                    <a:lnTo>
                      <a:pt x="1845" y="2052"/>
                    </a:lnTo>
                    <a:lnTo>
                      <a:pt x="1833" y="2048"/>
                    </a:lnTo>
                    <a:lnTo>
                      <a:pt x="1820" y="2042"/>
                    </a:lnTo>
                    <a:lnTo>
                      <a:pt x="1811" y="2034"/>
                    </a:lnTo>
                    <a:lnTo>
                      <a:pt x="1802" y="2024"/>
                    </a:lnTo>
                    <a:lnTo>
                      <a:pt x="1795" y="2012"/>
                    </a:lnTo>
                    <a:lnTo>
                      <a:pt x="1791" y="1999"/>
                    </a:lnTo>
                    <a:lnTo>
                      <a:pt x="1790" y="1985"/>
                    </a:lnTo>
                    <a:lnTo>
                      <a:pt x="1790" y="1379"/>
                    </a:lnTo>
                    <a:lnTo>
                      <a:pt x="1790" y="1379"/>
                    </a:lnTo>
                    <a:lnTo>
                      <a:pt x="1791" y="1367"/>
                    </a:lnTo>
                    <a:lnTo>
                      <a:pt x="1795" y="1353"/>
                    </a:lnTo>
                    <a:lnTo>
                      <a:pt x="1802" y="1342"/>
                    </a:lnTo>
                    <a:lnTo>
                      <a:pt x="1811" y="1332"/>
                    </a:lnTo>
                    <a:lnTo>
                      <a:pt x="1820" y="1324"/>
                    </a:lnTo>
                    <a:lnTo>
                      <a:pt x="1833" y="1317"/>
                    </a:lnTo>
                    <a:lnTo>
                      <a:pt x="1845" y="1312"/>
                    </a:lnTo>
                    <a:lnTo>
                      <a:pt x="1859" y="1311"/>
                    </a:lnTo>
                    <a:lnTo>
                      <a:pt x="1859" y="1311"/>
                    </a:lnTo>
                    <a:lnTo>
                      <a:pt x="1873" y="1312"/>
                    </a:lnTo>
                    <a:lnTo>
                      <a:pt x="1886" y="1317"/>
                    </a:lnTo>
                    <a:lnTo>
                      <a:pt x="1897" y="1324"/>
                    </a:lnTo>
                    <a:lnTo>
                      <a:pt x="1908" y="1332"/>
                    </a:lnTo>
                    <a:lnTo>
                      <a:pt x="1916" y="1342"/>
                    </a:lnTo>
                    <a:lnTo>
                      <a:pt x="1922" y="1353"/>
                    </a:lnTo>
                    <a:lnTo>
                      <a:pt x="1926" y="1367"/>
                    </a:lnTo>
                    <a:lnTo>
                      <a:pt x="1928" y="1379"/>
                    </a:lnTo>
                    <a:lnTo>
                      <a:pt x="1928" y="1985"/>
                    </a:lnTo>
                    <a:close/>
                    <a:moveTo>
                      <a:pt x="2215" y="1736"/>
                    </a:moveTo>
                    <a:lnTo>
                      <a:pt x="2215" y="1736"/>
                    </a:lnTo>
                    <a:lnTo>
                      <a:pt x="2213" y="1750"/>
                    </a:lnTo>
                    <a:lnTo>
                      <a:pt x="2209" y="1762"/>
                    </a:lnTo>
                    <a:lnTo>
                      <a:pt x="2203" y="1773"/>
                    </a:lnTo>
                    <a:lnTo>
                      <a:pt x="2195" y="1785"/>
                    </a:lnTo>
                    <a:lnTo>
                      <a:pt x="2184" y="1793"/>
                    </a:lnTo>
                    <a:lnTo>
                      <a:pt x="2173" y="1799"/>
                    </a:lnTo>
                    <a:lnTo>
                      <a:pt x="2160" y="1803"/>
                    </a:lnTo>
                    <a:lnTo>
                      <a:pt x="2146" y="1804"/>
                    </a:lnTo>
                    <a:lnTo>
                      <a:pt x="2146" y="1804"/>
                    </a:lnTo>
                    <a:lnTo>
                      <a:pt x="2132" y="1803"/>
                    </a:lnTo>
                    <a:lnTo>
                      <a:pt x="2120" y="1799"/>
                    </a:lnTo>
                    <a:lnTo>
                      <a:pt x="2107" y="1793"/>
                    </a:lnTo>
                    <a:lnTo>
                      <a:pt x="2098" y="1785"/>
                    </a:lnTo>
                    <a:lnTo>
                      <a:pt x="2089" y="1773"/>
                    </a:lnTo>
                    <a:lnTo>
                      <a:pt x="2082" y="1762"/>
                    </a:lnTo>
                    <a:lnTo>
                      <a:pt x="2078" y="1750"/>
                    </a:lnTo>
                    <a:lnTo>
                      <a:pt x="2077" y="1736"/>
                    </a:lnTo>
                    <a:lnTo>
                      <a:pt x="2077" y="1130"/>
                    </a:lnTo>
                    <a:lnTo>
                      <a:pt x="2077" y="1130"/>
                    </a:lnTo>
                    <a:lnTo>
                      <a:pt x="2078" y="1116"/>
                    </a:lnTo>
                    <a:lnTo>
                      <a:pt x="2082" y="1103"/>
                    </a:lnTo>
                    <a:lnTo>
                      <a:pt x="2089" y="1092"/>
                    </a:lnTo>
                    <a:lnTo>
                      <a:pt x="2098" y="1081"/>
                    </a:lnTo>
                    <a:lnTo>
                      <a:pt x="2107" y="1073"/>
                    </a:lnTo>
                    <a:lnTo>
                      <a:pt x="2120" y="1067"/>
                    </a:lnTo>
                    <a:lnTo>
                      <a:pt x="2132" y="1063"/>
                    </a:lnTo>
                    <a:lnTo>
                      <a:pt x="2146" y="1062"/>
                    </a:lnTo>
                    <a:lnTo>
                      <a:pt x="2146" y="1062"/>
                    </a:lnTo>
                    <a:lnTo>
                      <a:pt x="2160" y="1063"/>
                    </a:lnTo>
                    <a:lnTo>
                      <a:pt x="2173" y="1067"/>
                    </a:lnTo>
                    <a:lnTo>
                      <a:pt x="2184" y="1073"/>
                    </a:lnTo>
                    <a:lnTo>
                      <a:pt x="2195" y="1081"/>
                    </a:lnTo>
                    <a:lnTo>
                      <a:pt x="2203" y="1092"/>
                    </a:lnTo>
                    <a:lnTo>
                      <a:pt x="2209" y="1103"/>
                    </a:lnTo>
                    <a:lnTo>
                      <a:pt x="2213" y="1116"/>
                    </a:lnTo>
                    <a:lnTo>
                      <a:pt x="2215" y="1130"/>
                    </a:lnTo>
                    <a:lnTo>
                      <a:pt x="2215" y="1736"/>
                    </a:lnTo>
                    <a:close/>
                    <a:moveTo>
                      <a:pt x="2501" y="1487"/>
                    </a:moveTo>
                    <a:lnTo>
                      <a:pt x="2501" y="1487"/>
                    </a:lnTo>
                    <a:lnTo>
                      <a:pt x="2500" y="1500"/>
                    </a:lnTo>
                    <a:lnTo>
                      <a:pt x="2496" y="1513"/>
                    </a:lnTo>
                    <a:lnTo>
                      <a:pt x="2490" y="1524"/>
                    </a:lnTo>
                    <a:lnTo>
                      <a:pt x="2482" y="1534"/>
                    </a:lnTo>
                    <a:lnTo>
                      <a:pt x="2471" y="1544"/>
                    </a:lnTo>
                    <a:lnTo>
                      <a:pt x="2460" y="1549"/>
                    </a:lnTo>
                    <a:lnTo>
                      <a:pt x="2447" y="1553"/>
                    </a:lnTo>
                    <a:lnTo>
                      <a:pt x="2433" y="1555"/>
                    </a:lnTo>
                    <a:lnTo>
                      <a:pt x="2433" y="1555"/>
                    </a:lnTo>
                    <a:lnTo>
                      <a:pt x="2419" y="1553"/>
                    </a:lnTo>
                    <a:lnTo>
                      <a:pt x="2407" y="1549"/>
                    </a:lnTo>
                    <a:lnTo>
                      <a:pt x="2394" y="1544"/>
                    </a:lnTo>
                    <a:lnTo>
                      <a:pt x="2384" y="1534"/>
                    </a:lnTo>
                    <a:lnTo>
                      <a:pt x="2376" y="1524"/>
                    </a:lnTo>
                    <a:lnTo>
                      <a:pt x="2369" y="1513"/>
                    </a:lnTo>
                    <a:lnTo>
                      <a:pt x="2366" y="1500"/>
                    </a:lnTo>
                    <a:lnTo>
                      <a:pt x="2365" y="1487"/>
                    </a:lnTo>
                    <a:lnTo>
                      <a:pt x="2365" y="881"/>
                    </a:lnTo>
                    <a:lnTo>
                      <a:pt x="2365" y="881"/>
                    </a:lnTo>
                    <a:lnTo>
                      <a:pt x="2366" y="867"/>
                    </a:lnTo>
                    <a:lnTo>
                      <a:pt x="2369" y="854"/>
                    </a:lnTo>
                    <a:lnTo>
                      <a:pt x="2376" y="843"/>
                    </a:lnTo>
                    <a:lnTo>
                      <a:pt x="2384" y="832"/>
                    </a:lnTo>
                    <a:lnTo>
                      <a:pt x="2394" y="823"/>
                    </a:lnTo>
                    <a:lnTo>
                      <a:pt x="2407" y="818"/>
                    </a:lnTo>
                    <a:lnTo>
                      <a:pt x="2419" y="814"/>
                    </a:lnTo>
                    <a:lnTo>
                      <a:pt x="2433" y="812"/>
                    </a:lnTo>
                    <a:lnTo>
                      <a:pt x="2433" y="812"/>
                    </a:lnTo>
                    <a:lnTo>
                      <a:pt x="2447" y="814"/>
                    </a:lnTo>
                    <a:lnTo>
                      <a:pt x="2460" y="818"/>
                    </a:lnTo>
                    <a:lnTo>
                      <a:pt x="2471" y="823"/>
                    </a:lnTo>
                    <a:lnTo>
                      <a:pt x="2482" y="832"/>
                    </a:lnTo>
                    <a:lnTo>
                      <a:pt x="2490" y="843"/>
                    </a:lnTo>
                    <a:lnTo>
                      <a:pt x="2496" y="854"/>
                    </a:lnTo>
                    <a:lnTo>
                      <a:pt x="2500" y="867"/>
                    </a:lnTo>
                    <a:lnTo>
                      <a:pt x="2501" y="881"/>
                    </a:lnTo>
                    <a:lnTo>
                      <a:pt x="2501" y="1487"/>
                    </a:lnTo>
                    <a:close/>
                    <a:moveTo>
                      <a:pt x="2788" y="1236"/>
                    </a:moveTo>
                    <a:lnTo>
                      <a:pt x="2788" y="1236"/>
                    </a:lnTo>
                    <a:lnTo>
                      <a:pt x="2787" y="1250"/>
                    </a:lnTo>
                    <a:lnTo>
                      <a:pt x="2783" y="1264"/>
                    </a:lnTo>
                    <a:lnTo>
                      <a:pt x="2777" y="1275"/>
                    </a:lnTo>
                    <a:lnTo>
                      <a:pt x="2769" y="1285"/>
                    </a:lnTo>
                    <a:lnTo>
                      <a:pt x="2758" y="1293"/>
                    </a:lnTo>
                    <a:lnTo>
                      <a:pt x="2747" y="1300"/>
                    </a:lnTo>
                    <a:lnTo>
                      <a:pt x="2734" y="1304"/>
                    </a:lnTo>
                    <a:lnTo>
                      <a:pt x="2720" y="1305"/>
                    </a:lnTo>
                    <a:lnTo>
                      <a:pt x="2720" y="1305"/>
                    </a:lnTo>
                    <a:lnTo>
                      <a:pt x="2706" y="1304"/>
                    </a:lnTo>
                    <a:lnTo>
                      <a:pt x="2694" y="1300"/>
                    </a:lnTo>
                    <a:lnTo>
                      <a:pt x="2681" y="1293"/>
                    </a:lnTo>
                    <a:lnTo>
                      <a:pt x="2671" y="1285"/>
                    </a:lnTo>
                    <a:lnTo>
                      <a:pt x="2663" y="1275"/>
                    </a:lnTo>
                    <a:lnTo>
                      <a:pt x="2657" y="1264"/>
                    </a:lnTo>
                    <a:lnTo>
                      <a:pt x="2653" y="1250"/>
                    </a:lnTo>
                    <a:lnTo>
                      <a:pt x="2652" y="1236"/>
                    </a:lnTo>
                    <a:lnTo>
                      <a:pt x="2652" y="631"/>
                    </a:lnTo>
                    <a:lnTo>
                      <a:pt x="2652" y="631"/>
                    </a:lnTo>
                    <a:lnTo>
                      <a:pt x="2653" y="617"/>
                    </a:lnTo>
                    <a:lnTo>
                      <a:pt x="2657" y="605"/>
                    </a:lnTo>
                    <a:lnTo>
                      <a:pt x="2663" y="592"/>
                    </a:lnTo>
                    <a:lnTo>
                      <a:pt x="2671" y="583"/>
                    </a:lnTo>
                    <a:lnTo>
                      <a:pt x="2681" y="574"/>
                    </a:lnTo>
                    <a:lnTo>
                      <a:pt x="2694" y="567"/>
                    </a:lnTo>
                    <a:lnTo>
                      <a:pt x="2706" y="564"/>
                    </a:lnTo>
                    <a:lnTo>
                      <a:pt x="2720" y="563"/>
                    </a:lnTo>
                    <a:lnTo>
                      <a:pt x="2720" y="563"/>
                    </a:lnTo>
                    <a:lnTo>
                      <a:pt x="2734" y="564"/>
                    </a:lnTo>
                    <a:lnTo>
                      <a:pt x="2747" y="567"/>
                    </a:lnTo>
                    <a:lnTo>
                      <a:pt x="2758" y="574"/>
                    </a:lnTo>
                    <a:lnTo>
                      <a:pt x="2769" y="583"/>
                    </a:lnTo>
                    <a:lnTo>
                      <a:pt x="2777" y="592"/>
                    </a:lnTo>
                    <a:lnTo>
                      <a:pt x="2783" y="605"/>
                    </a:lnTo>
                    <a:lnTo>
                      <a:pt x="2787" y="617"/>
                    </a:lnTo>
                    <a:lnTo>
                      <a:pt x="2788" y="631"/>
                    </a:lnTo>
                    <a:lnTo>
                      <a:pt x="2788" y="1236"/>
                    </a:lnTo>
                    <a:close/>
                    <a:moveTo>
                      <a:pt x="2876" y="198"/>
                    </a:moveTo>
                    <a:lnTo>
                      <a:pt x="2876" y="198"/>
                    </a:lnTo>
                    <a:lnTo>
                      <a:pt x="2871" y="206"/>
                    </a:lnTo>
                    <a:lnTo>
                      <a:pt x="2864" y="215"/>
                    </a:lnTo>
                    <a:lnTo>
                      <a:pt x="2857" y="222"/>
                    </a:lnTo>
                    <a:lnTo>
                      <a:pt x="2850" y="227"/>
                    </a:lnTo>
                    <a:lnTo>
                      <a:pt x="1585" y="1177"/>
                    </a:lnTo>
                    <a:lnTo>
                      <a:pt x="1585" y="1137"/>
                    </a:lnTo>
                    <a:lnTo>
                      <a:pt x="1585" y="1137"/>
                    </a:lnTo>
                    <a:lnTo>
                      <a:pt x="1584" y="1123"/>
                    </a:lnTo>
                    <a:lnTo>
                      <a:pt x="1579" y="1109"/>
                    </a:lnTo>
                    <a:lnTo>
                      <a:pt x="1574" y="1098"/>
                    </a:lnTo>
                    <a:lnTo>
                      <a:pt x="1565" y="1087"/>
                    </a:lnTo>
                    <a:lnTo>
                      <a:pt x="1565" y="1087"/>
                    </a:lnTo>
                    <a:lnTo>
                      <a:pt x="1554" y="1077"/>
                    </a:lnTo>
                    <a:lnTo>
                      <a:pt x="1540" y="1069"/>
                    </a:lnTo>
                    <a:lnTo>
                      <a:pt x="1533" y="1066"/>
                    </a:lnTo>
                    <a:lnTo>
                      <a:pt x="1526" y="1063"/>
                    </a:lnTo>
                    <a:lnTo>
                      <a:pt x="1518" y="1062"/>
                    </a:lnTo>
                    <a:lnTo>
                      <a:pt x="1510" y="1062"/>
                    </a:lnTo>
                    <a:lnTo>
                      <a:pt x="1565" y="1020"/>
                    </a:lnTo>
                    <a:lnTo>
                      <a:pt x="2737" y="145"/>
                    </a:lnTo>
                    <a:lnTo>
                      <a:pt x="2737" y="145"/>
                    </a:lnTo>
                    <a:lnTo>
                      <a:pt x="2759" y="131"/>
                    </a:lnTo>
                    <a:lnTo>
                      <a:pt x="2781" y="120"/>
                    </a:lnTo>
                    <a:lnTo>
                      <a:pt x="2802" y="120"/>
                    </a:lnTo>
                    <a:lnTo>
                      <a:pt x="2802" y="120"/>
                    </a:lnTo>
                    <a:lnTo>
                      <a:pt x="2818" y="121"/>
                    </a:lnTo>
                    <a:lnTo>
                      <a:pt x="2832" y="126"/>
                    </a:lnTo>
                    <a:lnTo>
                      <a:pt x="2844" y="133"/>
                    </a:lnTo>
                    <a:lnTo>
                      <a:pt x="2854" y="141"/>
                    </a:lnTo>
                    <a:lnTo>
                      <a:pt x="2864" y="152"/>
                    </a:lnTo>
                    <a:lnTo>
                      <a:pt x="2871" y="165"/>
                    </a:lnTo>
                    <a:lnTo>
                      <a:pt x="2875" y="179"/>
                    </a:lnTo>
                    <a:lnTo>
                      <a:pt x="2876" y="193"/>
                    </a:lnTo>
                    <a:lnTo>
                      <a:pt x="2876" y="1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aseline="-25000" dirty="0"/>
              </a:p>
            </p:txBody>
          </p:sp>
        </p:grpSp>
        <p:pic>
          <p:nvPicPr>
            <p:cNvPr id="5" name="Graphic 4" descr="Lightning bolt with solid fill">
              <a:extLst>
                <a:ext uri="{FF2B5EF4-FFF2-40B4-BE49-F238E27FC236}">
                  <a16:creationId xmlns:a16="http://schemas.microsoft.com/office/drawing/2014/main" id="{5F78AF2E-DCF9-C8CA-7E23-2BACD591F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7404" y="3688063"/>
              <a:ext cx="152513" cy="152513"/>
            </a:xfrm>
            <a:prstGeom prst="rect">
              <a:avLst/>
            </a:prstGeom>
          </p:spPr>
        </p:pic>
        <p:pic>
          <p:nvPicPr>
            <p:cNvPr id="7" name="Graphic 6" descr="Lightning bolt with solid fill">
              <a:extLst>
                <a:ext uri="{FF2B5EF4-FFF2-40B4-BE49-F238E27FC236}">
                  <a16:creationId xmlns:a16="http://schemas.microsoft.com/office/drawing/2014/main" id="{0FB8E815-1882-5280-B65C-D1A284664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70414" y="3539335"/>
              <a:ext cx="152513" cy="152513"/>
            </a:xfrm>
            <a:prstGeom prst="rect">
              <a:avLst/>
            </a:prstGeom>
          </p:spPr>
        </p:pic>
      </p:grp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D416CBB-A9DB-BB8D-7B4B-CD70CA129692}"/>
              </a:ext>
            </a:extLst>
          </p:cNvPr>
          <p:cNvCxnSpPr>
            <a:cxnSpLocks/>
          </p:cNvCxnSpPr>
          <p:nvPr/>
        </p:nvCxnSpPr>
        <p:spPr>
          <a:xfrm>
            <a:off x="8988884" y="3450984"/>
            <a:ext cx="475055" cy="175705"/>
          </a:xfrm>
          <a:prstGeom prst="bentConnector3">
            <a:avLst>
              <a:gd name="adj1" fmla="val 9565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8E0611-7282-5899-3ECE-D99E57D3EBF8}"/>
              </a:ext>
            </a:extLst>
          </p:cNvPr>
          <p:cNvSpPr txBox="1"/>
          <p:nvPr/>
        </p:nvSpPr>
        <p:spPr>
          <a:xfrm>
            <a:off x="7995917" y="4114662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GFL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57CB9B-2A88-E039-6C64-A2506C9EDBE8}"/>
              </a:ext>
            </a:extLst>
          </p:cNvPr>
          <p:cNvSpPr txBox="1"/>
          <p:nvPr/>
        </p:nvSpPr>
        <p:spPr>
          <a:xfrm>
            <a:off x="9335295" y="4134453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GFM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CE3E8CE-8DD2-50A5-29EF-5F5174A5A35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27869" y="3571273"/>
            <a:ext cx="224864" cy="34254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9FC7D3A-31D6-FE40-B6E0-B80C588C5E2D}"/>
              </a:ext>
            </a:extLst>
          </p:cNvPr>
          <p:cNvSpPr txBox="1"/>
          <p:nvPr/>
        </p:nvSpPr>
        <p:spPr>
          <a:xfrm>
            <a:off x="2611994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82CED4-1DFA-1F65-4DFA-B1BE0ABB6A42}"/>
              </a:ext>
            </a:extLst>
          </p:cNvPr>
          <p:cNvSpPr txBox="1"/>
          <p:nvPr/>
        </p:nvSpPr>
        <p:spPr>
          <a:xfrm>
            <a:off x="4012215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021239-47E5-0218-231F-83BC92E544ED}"/>
              </a:ext>
            </a:extLst>
          </p:cNvPr>
          <p:cNvSpPr txBox="1"/>
          <p:nvPr/>
        </p:nvSpPr>
        <p:spPr>
          <a:xfrm>
            <a:off x="4909410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8DFFEB7-A499-0A86-C7F2-5C924E4560B0}"/>
              </a:ext>
            </a:extLst>
          </p:cNvPr>
          <p:cNvSpPr txBox="1"/>
          <p:nvPr/>
        </p:nvSpPr>
        <p:spPr>
          <a:xfrm>
            <a:off x="7497969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1BAA49A-4682-D9BF-11EA-F519FC03908C}"/>
              </a:ext>
            </a:extLst>
          </p:cNvPr>
          <p:cNvSpPr txBox="1"/>
          <p:nvPr/>
        </p:nvSpPr>
        <p:spPr>
          <a:xfrm>
            <a:off x="6203107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46351BF-8AA4-1B0C-869E-7E62A23C60CF}"/>
              </a:ext>
            </a:extLst>
          </p:cNvPr>
          <p:cNvSpPr txBox="1"/>
          <p:nvPr/>
        </p:nvSpPr>
        <p:spPr>
          <a:xfrm>
            <a:off x="8812195" y="2429150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05566E0-2287-3229-B521-876F45499D58}"/>
              </a:ext>
            </a:extLst>
          </p:cNvPr>
          <p:cNvSpPr/>
          <p:nvPr/>
        </p:nvSpPr>
        <p:spPr>
          <a:xfrm>
            <a:off x="6880385" y="3097597"/>
            <a:ext cx="329880" cy="1455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50E1AED-05EA-601C-888F-3A4420A8BA77}"/>
              </a:ext>
            </a:extLst>
          </p:cNvPr>
          <p:cNvCxnSpPr>
            <a:cxnSpLocks/>
          </p:cNvCxnSpPr>
          <p:nvPr/>
        </p:nvCxnSpPr>
        <p:spPr>
          <a:xfrm flipV="1">
            <a:off x="6857382" y="3038663"/>
            <a:ext cx="291296" cy="149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4A87EB75-C040-40BE-91AA-5F8464E56AA0}"/>
              </a:ext>
            </a:extLst>
          </p:cNvPr>
          <p:cNvSpPr txBox="1"/>
          <p:nvPr/>
        </p:nvSpPr>
        <p:spPr>
          <a:xfrm>
            <a:off x="6329046" y="3983442"/>
            <a:ext cx="64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</a:t>
            </a:r>
          </a:p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39124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176E276-EE46-AC20-0074-893BC1749FD5}"/>
              </a:ext>
            </a:extLst>
          </p:cNvPr>
          <p:cNvSpPr/>
          <p:nvPr/>
        </p:nvSpPr>
        <p:spPr>
          <a:xfrm>
            <a:off x="1414272" y="2905760"/>
            <a:ext cx="576072" cy="54864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FCA14A-B7BF-53B1-FFD9-BFF6FB7F546D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1990344" y="3180080"/>
            <a:ext cx="77825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592CF3-0804-F9CB-1E73-4F68664E01BB}"/>
              </a:ext>
            </a:extLst>
          </p:cNvPr>
          <p:cNvCxnSpPr>
            <a:cxnSpLocks/>
          </p:cNvCxnSpPr>
          <p:nvPr/>
        </p:nvCxnSpPr>
        <p:spPr>
          <a:xfrm>
            <a:off x="2768600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BEAA00-9175-0310-BA7F-DB110886CCD9}"/>
              </a:ext>
            </a:extLst>
          </p:cNvPr>
          <p:cNvCxnSpPr>
            <a:cxnSpLocks/>
          </p:cNvCxnSpPr>
          <p:nvPr/>
        </p:nvCxnSpPr>
        <p:spPr>
          <a:xfrm>
            <a:off x="2768600" y="3180080"/>
            <a:ext cx="176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064DC5-1C18-EAE7-63CD-638B956D21A8}"/>
              </a:ext>
            </a:extLst>
          </p:cNvPr>
          <p:cNvCxnSpPr>
            <a:cxnSpLocks/>
          </p:cNvCxnSpPr>
          <p:nvPr/>
        </p:nvCxnSpPr>
        <p:spPr>
          <a:xfrm>
            <a:off x="4152900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694D21D-C655-95C7-3EB4-9CB34B4604CA}"/>
              </a:ext>
            </a:extLst>
          </p:cNvPr>
          <p:cNvGrpSpPr/>
          <p:nvPr/>
        </p:nvGrpSpPr>
        <p:grpSpPr>
          <a:xfrm>
            <a:off x="4457383" y="2888296"/>
            <a:ext cx="147001" cy="605663"/>
            <a:chOff x="4457383" y="2888296"/>
            <a:chExt cx="147001" cy="60566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0968555-E735-637F-8887-A9ED3ECCED5F}"/>
                </a:ext>
              </a:extLst>
            </p:cNvPr>
            <p:cNvSpPr/>
            <p:nvPr/>
          </p:nvSpPr>
          <p:spPr>
            <a:xfrm>
              <a:off x="4465320" y="3042920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E55283F-B395-C503-6EE8-E0D53C3CC568}"/>
                </a:ext>
              </a:extLst>
            </p:cNvPr>
            <p:cNvSpPr/>
            <p:nvPr/>
          </p:nvSpPr>
          <p:spPr>
            <a:xfrm>
              <a:off x="4465320" y="2905759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571B82C-5169-EB80-6DBC-0DF97F0A43FA}"/>
                </a:ext>
              </a:extLst>
            </p:cNvPr>
            <p:cNvSpPr/>
            <p:nvPr/>
          </p:nvSpPr>
          <p:spPr>
            <a:xfrm>
              <a:off x="4467224" y="3329304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0191229-C09A-EC53-96D7-AD0693DA67D3}"/>
                </a:ext>
              </a:extLst>
            </p:cNvPr>
            <p:cNvSpPr/>
            <p:nvPr/>
          </p:nvSpPr>
          <p:spPr>
            <a:xfrm>
              <a:off x="4467224" y="3192143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8CEBF7-5C60-8AB6-A070-827F31618D55}"/>
                </a:ext>
              </a:extLst>
            </p:cNvPr>
            <p:cNvSpPr/>
            <p:nvPr/>
          </p:nvSpPr>
          <p:spPr>
            <a:xfrm>
              <a:off x="4457383" y="2888296"/>
              <a:ext cx="73152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F5CBC22-FDD8-5110-E8AE-656561F553A3}"/>
                </a:ext>
              </a:extLst>
            </p:cNvPr>
            <p:cNvSpPr/>
            <p:nvPr/>
          </p:nvSpPr>
          <p:spPr>
            <a:xfrm>
              <a:off x="4460558" y="3201351"/>
              <a:ext cx="67624" cy="292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16E3A2C-C405-F688-28B6-8426645FF4F6}"/>
              </a:ext>
            </a:extLst>
          </p:cNvPr>
          <p:cNvGrpSpPr/>
          <p:nvPr/>
        </p:nvGrpSpPr>
        <p:grpSpPr>
          <a:xfrm>
            <a:off x="4666774" y="2897821"/>
            <a:ext cx="158498" cy="592963"/>
            <a:chOff x="4666774" y="2897821"/>
            <a:chExt cx="158498" cy="592963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7B0CCCC-F46B-0394-4DC5-37C78E7B24EC}"/>
                </a:ext>
              </a:extLst>
            </p:cNvPr>
            <p:cNvSpPr/>
            <p:nvPr/>
          </p:nvSpPr>
          <p:spPr>
            <a:xfrm flipH="1">
              <a:off x="4668678" y="3042920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E77BB96-43AF-984E-1047-954B6B315E26}"/>
                </a:ext>
              </a:extLst>
            </p:cNvPr>
            <p:cNvSpPr/>
            <p:nvPr/>
          </p:nvSpPr>
          <p:spPr>
            <a:xfrm flipH="1">
              <a:off x="4668678" y="2905759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A35357B-24C8-ED27-76BC-21BD33922C6F}"/>
                </a:ext>
              </a:extLst>
            </p:cNvPr>
            <p:cNvSpPr/>
            <p:nvPr/>
          </p:nvSpPr>
          <p:spPr>
            <a:xfrm flipH="1">
              <a:off x="4666774" y="3329304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9CC6FA-7C7F-984C-1069-AA50BF7C3F9A}"/>
                </a:ext>
              </a:extLst>
            </p:cNvPr>
            <p:cNvSpPr/>
            <p:nvPr/>
          </p:nvSpPr>
          <p:spPr>
            <a:xfrm flipH="1">
              <a:off x="4666774" y="3192143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325B3A0-80B3-BC4C-CD94-F1BEDC00E2ED}"/>
                </a:ext>
              </a:extLst>
            </p:cNvPr>
            <p:cNvSpPr/>
            <p:nvPr/>
          </p:nvSpPr>
          <p:spPr>
            <a:xfrm flipH="1">
              <a:off x="4742976" y="2897821"/>
              <a:ext cx="82296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0FB2E48-4969-2E5E-F8F1-FA8643181981}"/>
                </a:ext>
              </a:extLst>
            </p:cNvPr>
            <p:cNvSpPr/>
            <p:nvPr/>
          </p:nvSpPr>
          <p:spPr>
            <a:xfrm flipH="1">
              <a:off x="4742976" y="3198176"/>
              <a:ext cx="67624" cy="292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8DBF106-3B30-FBB3-0CD5-C467D4D0C80C}"/>
              </a:ext>
            </a:extLst>
          </p:cNvPr>
          <p:cNvCxnSpPr>
            <a:cxnSpLocks/>
          </p:cNvCxnSpPr>
          <p:nvPr/>
        </p:nvCxnSpPr>
        <p:spPr>
          <a:xfrm>
            <a:off x="4735354" y="3181347"/>
            <a:ext cx="4837271" cy="2000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391A686-52A7-9763-CF01-A8B8EA079528}"/>
              </a:ext>
            </a:extLst>
          </p:cNvPr>
          <p:cNvCxnSpPr>
            <a:cxnSpLocks/>
          </p:cNvCxnSpPr>
          <p:nvPr/>
        </p:nvCxnSpPr>
        <p:spPr>
          <a:xfrm>
            <a:off x="5067299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B3374D2-723E-5F68-D450-FD98DEB0104C}"/>
              </a:ext>
            </a:extLst>
          </p:cNvPr>
          <p:cNvCxnSpPr>
            <a:cxnSpLocks/>
          </p:cNvCxnSpPr>
          <p:nvPr/>
        </p:nvCxnSpPr>
        <p:spPr>
          <a:xfrm>
            <a:off x="6367462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5990D43-D959-C646-3203-35260414950B}"/>
              </a:ext>
            </a:extLst>
          </p:cNvPr>
          <p:cNvCxnSpPr>
            <a:cxnSpLocks/>
          </p:cNvCxnSpPr>
          <p:nvPr/>
        </p:nvCxnSpPr>
        <p:spPr>
          <a:xfrm>
            <a:off x="7667625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0D5578-42BE-B009-5F88-304F6138A6D7}"/>
              </a:ext>
            </a:extLst>
          </p:cNvPr>
          <p:cNvCxnSpPr>
            <a:cxnSpLocks/>
          </p:cNvCxnSpPr>
          <p:nvPr/>
        </p:nvCxnSpPr>
        <p:spPr>
          <a:xfrm>
            <a:off x="8967787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824810CB-A4B0-D44D-0D5A-0259FF7621AC}"/>
              </a:ext>
            </a:extLst>
          </p:cNvPr>
          <p:cNvSpPr/>
          <p:nvPr/>
        </p:nvSpPr>
        <p:spPr>
          <a:xfrm rot="5400000">
            <a:off x="9516747" y="3119278"/>
            <a:ext cx="127000" cy="15779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B70EB63A-EC0C-F280-6303-858EBF491A50}"/>
              </a:ext>
            </a:extLst>
          </p:cNvPr>
          <p:cNvSpPr/>
          <p:nvPr/>
        </p:nvSpPr>
        <p:spPr>
          <a:xfrm rot="10800000">
            <a:off x="6589397" y="3798728"/>
            <a:ext cx="127000" cy="15779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26771E7-B2F9-E471-3E7E-8469F610235E}"/>
              </a:ext>
            </a:extLst>
          </p:cNvPr>
          <p:cNvCxnSpPr>
            <a:endCxn id="42" idx="3"/>
          </p:cNvCxnSpPr>
          <p:nvPr/>
        </p:nvCxnSpPr>
        <p:spPr>
          <a:xfrm rot="16200000" flipH="1">
            <a:off x="6356207" y="3502038"/>
            <a:ext cx="307944" cy="285435"/>
          </a:xfrm>
          <a:prstGeom prst="bentConnector3">
            <a:avLst>
              <a:gd name="adj1" fmla="val -7738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2208AAE4-69BF-D536-F3F3-08103ABD3635}"/>
              </a:ext>
            </a:extLst>
          </p:cNvPr>
          <p:cNvSpPr/>
          <p:nvPr/>
        </p:nvSpPr>
        <p:spPr>
          <a:xfrm>
            <a:off x="4269102" y="3679921"/>
            <a:ext cx="259080" cy="27660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D4FB911-C652-8FAE-637F-59E1EDBE4E99}"/>
              </a:ext>
            </a:extLst>
          </p:cNvPr>
          <p:cNvCxnSpPr>
            <a:cxnSpLocks/>
          </p:cNvCxnSpPr>
          <p:nvPr/>
        </p:nvCxnSpPr>
        <p:spPr>
          <a:xfrm>
            <a:off x="4690395" y="3679920"/>
            <a:ext cx="134877" cy="1188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70AF254-EBF2-6AAB-31AB-3F903C67BFB9}"/>
              </a:ext>
            </a:extLst>
          </p:cNvPr>
          <p:cNvCxnSpPr>
            <a:cxnSpLocks/>
          </p:cNvCxnSpPr>
          <p:nvPr/>
        </p:nvCxnSpPr>
        <p:spPr>
          <a:xfrm>
            <a:off x="4825272" y="3798728"/>
            <a:ext cx="0" cy="15779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231FEDE-4732-7F7D-FD50-3594B7B817A1}"/>
              </a:ext>
            </a:extLst>
          </p:cNvPr>
          <p:cNvCxnSpPr>
            <a:cxnSpLocks/>
          </p:cNvCxnSpPr>
          <p:nvPr/>
        </p:nvCxnSpPr>
        <p:spPr>
          <a:xfrm flipH="1">
            <a:off x="4915190" y="3876323"/>
            <a:ext cx="899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342D508-B723-F5CD-15E4-B48EF14B3D60}"/>
              </a:ext>
            </a:extLst>
          </p:cNvPr>
          <p:cNvCxnSpPr>
            <a:cxnSpLocks/>
          </p:cNvCxnSpPr>
          <p:nvPr/>
        </p:nvCxnSpPr>
        <p:spPr>
          <a:xfrm flipH="1">
            <a:off x="4928147" y="3902517"/>
            <a:ext cx="640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9C74222-4745-8A2C-AC92-FA48245E47E5}"/>
              </a:ext>
            </a:extLst>
          </p:cNvPr>
          <p:cNvCxnSpPr>
            <a:cxnSpLocks/>
          </p:cNvCxnSpPr>
          <p:nvPr/>
        </p:nvCxnSpPr>
        <p:spPr>
          <a:xfrm flipH="1">
            <a:off x="4946433" y="3928710"/>
            <a:ext cx="274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3E4B9EEF-5956-9F98-AB51-90971C8F85EC}"/>
              </a:ext>
            </a:extLst>
          </p:cNvPr>
          <p:cNvCxnSpPr/>
          <p:nvPr/>
        </p:nvCxnSpPr>
        <p:spPr>
          <a:xfrm rot="16200000" flipH="1">
            <a:off x="4813812" y="3810187"/>
            <a:ext cx="157796" cy="134877"/>
          </a:xfrm>
          <a:prstGeom prst="bentConnector3">
            <a:avLst>
              <a:gd name="adj1" fmla="val 2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20DF881-0ED4-9370-B2E5-7C1178D3FA78}"/>
              </a:ext>
            </a:extLst>
          </p:cNvPr>
          <p:cNvCxnSpPr>
            <a:cxnSpLocks/>
          </p:cNvCxnSpPr>
          <p:nvPr/>
        </p:nvCxnSpPr>
        <p:spPr>
          <a:xfrm flipH="1">
            <a:off x="4825270" y="3679920"/>
            <a:ext cx="134877" cy="1188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76B5226-0540-38C2-5554-AE640E58D55D}"/>
              </a:ext>
            </a:extLst>
          </p:cNvPr>
          <p:cNvCxnSpPr>
            <a:cxnSpLocks/>
          </p:cNvCxnSpPr>
          <p:nvPr/>
        </p:nvCxnSpPr>
        <p:spPr>
          <a:xfrm>
            <a:off x="3251200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E093DE6-7AE6-7FA5-315B-8035CEC993DA}"/>
              </a:ext>
            </a:extLst>
          </p:cNvPr>
          <p:cNvCxnSpPr>
            <a:cxnSpLocks/>
          </p:cNvCxnSpPr>
          <p:nvPr/>
        </p:nvCxnSpPr>
        <p:spPr>
          <a:xfrm>
            <a:off x="5346700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74CFD5F-A0CF-654B-395A-242BEA543834}"/>
              </a:ext>
            </a:extLst>
          </p:cNvPr>
          <p:cNvCxnSpPr>
            <a:cxnSpLocks/>
          </p:cNvCxnSpPr>
          <p:nvPr/>
        </p:nvCxnSpPr>
        <p:spPr>
          <a:xfrm>
            <a:off x="6652896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25C85FC-814E-BCBF-E3B9-BA54F1431000}"/>
              </a:ext>
            </a:extLst>
          </p:cNvPr>
          <p:cNvCxnSpPr>
            <a:cxnSpLocks/>
          </p:cNvCxnSpPr>
          <p:nvPr/>
        </p:nvCxnSpPr>
        <p:spPr>
          <a:xfrm>
            <a:off x="8110221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BA6EE94-33EC-52F8-3B45-D442ED091160}"/>
              </a:ext>
            </a:extLst>
          </p:cNvPr>
          <p:cNvSpPr txBox="1"/>
          <p:nvPr/>
        </p:nvSpPr>
        <p:spPr>
          <a:xfrm>
            <a:off x="5169503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2500 ft.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70E729-B8BC-6153-3C48-3211ED3806FD}"/>
              </a:ext>
            </a:extLst>
          </p:cNvPr>
          <p:cNvSpPr txBox="1"/>
          <p:nvPr/>
        </p:nvSpPr>
        <p:spPr>
          <a:xfrm>
            <a:off x="2960227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2000 ft.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C3D3B9-C5F4-A4AF-341B-8164562B748E}"/>
              </a:ext>
            </a:extLst>
          </p:cNvPr>
          <p:cNvSpPr txBox="1"/>
          <p:nvPr/>
        </p:nvSpPr>
        <p:spPr>
          <a:xfrm>
            <a:off x="6474047" y="2721093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1000 ft.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D8C24E-A0D4-35AB-FE17-9261C281F29D}"/>
              </a:ext>
            </a:extLst>
          </p:cNvPr>
          <p:cNvSpPr txBox="1"/>
          <p:nvPr/>
        </p:nvSpPr>
        <p:spPr>
          <a:xfrm>
            <a:off x="7778591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1000 ft.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A30929-6207-7DA5-CF82-41345662A521}"/>
              </a:ext>
            </a:extLst>
          </p:cNvPr>
          <p:cNvSpPr txBox="1"/>
          <p:nvPr/>
        </p:nvSpPr>
        <p:spPr>
          <a:xfrm>
            <a:off x="9831228" y="2839450"/>
            <a:ext cx="64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</a:t>
            </a:r>
          </a:p>
          <a:p>
            <a:r>
              <a:rPr lang="en-US" dirty="0"/>
              <a:t>2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84B15251-15B5-BF3C-D3DC-5FB1C3D33BDC}"/>
              </a:ext>
            </a:extLst>
          </p:cNvPr>
          <p:cNvCxnSpPr>
            <a:cxnSpLocks/>
          </p:cNvCxnSpPr>
          <p:nvPr/>
        </p:nvCxnSpPr>
        <p:spPr>
          <a:xfrm>
            <a:off x="7693301" y="3461130"/>
            <a:ext cx="475055" cy="175705"/>
          </a:xfrm>
          <a:prstGeom prst="bentConnector3">
            <a:avLst>
              <a:gd name="adj1" fmla="val 9565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278">
            <a:extLst>
              <a:ext uri="{FF2B5EF4-FFF2-40B4-BE49-F238E27FC236}">
                <a16:creationId xmlns:a16="http://schemas.microsoft.com/office/drawing/2014/main" id="{FB49496C-0F7D-5A11-AF8A-359C6D8A60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26565" y="3614433"/>
            <a:ext cx="487363" cy="452438"/>
            <a:chOff x="2534" y="2096"/>
            <a:chExt cx="307" cy="285"/>
          </a:xfrm>
          <a:solidFill>
            <a:schemeClr val="tx1"/>
          </a:solidFill>
        </p:grpSpPr>
        <p:sp>
          <p:nvSpPr>
            <p:cNvPr id="40" name="Freeform 279">
              <a:extLst>
                <a:ext uri="{FF2B5EF4-FFF2-40B4-BE49-F238E27FC236}">
                  <a16:creationId xmlns:a16="http://schemas.microsoft.com/office/drawing/2014/main" id="{8FA2DE00-BC37-F8D8-A11F-76A4A3254C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34" y="2206"/>
              <a:ext cx="307" cy="175"/>
            </a:xfrm>
            <a:custGeom>
              <a:avLst/>
              <a:gdLst>
                <a:gd name="T0" fmla="*/ 320 w 614"/>
                <a:gd name="T1" fmla="*/ 204 h 350"/>
                <a:gd name="T2" fmla="*/ 440 w 614"/>
                <a:gd name="T3" fmla="*/ 2 h 350"/>
                <a:gd name="T4" fmla="*/ 440 w 614"/>
                <a:gd name="T5" fmla="*/ 0 h 350"/>
                <a:gd name="T6" fmla="*/ 440 w 614"/>
                <a:gd name="T7" fmla="*/ 0 h 350"/>
                <a:gd name="T8" fmla="*/ 562 w 614"/>
                <a:gd name="T9" fmla="*/ 205 h 350"/>
                <a:gd name="T10" fmla="*/ 510 w 614"/>
                <a:gd name="T11" fmla="*/ 205 h 350"/>
                <a:gd name="T12" fmla="*/ 510 w 614"/>
                <a:gd name="T13" fmla="*/ 205 h 350"/>
                <a:gd name="T14" fmla="*/ 510 w 614"/>
                <a:gd name="T15" fmla="*/ 311 h 350"/>
                <a:gd name="T16" fmla="*/ 614 w 614"/>
                <a:gd name="T17" fmla="*/ 311 h 350"/>
                <a:gd name="T18" fmla="*/ 614 w 614"/>
                <a:gd name="T19" fmla="*/ 350 h 350"/>
                <a:gd name="T20" fmla="*/ 0 w 614"/>
                <a:gd name="T21" fmla="*/ 350 h 350"/>
                <a:gd name="T22" fmla="*/ 0 w 614"/>
                <a:gd name="T23" fmla="*/ 311 h 350"/>
                <a:gd name="T24" fmla="*/ 101 w 614"/>
                <a:gd name="T25" fmla="*/ 311 h 350"/>
                <a:gd name="T26" fmla="*/ 101 w 614"/>
                <a:gd name="T27" fmla="*/ 205 h 350"/>
                <a:gd name="T28" fmla="*/ 314 w 614"/>
                <a:gd name="T29" fmla="*/ 205 h 350"/>
                <a:gd name="T30" fmla="*/ 314 w 614"/>
                <a:gd name="T31" fmla="*/ 205 h 350"/>
                <a:gd name="T32" fmla="*/ 320 w 614"/>
                <a:gd name="T33" fmla="*/ 205 h 350"/>
                <a:gd name="T34" fmla="*/ 320 w 614"/>
                <a:gd name="T35" fmla="*/ 204 h 350"/>
                <a:gd name="T36" fmla="*/ 444 w 614"/>
                <a:gd name="T37" fmla="*/ 127 h 350"/>
                <a:gd name="T38" fmla="*/ 440 w 614"/>
                <a:gd name="T39" fmla="*/ 127 h 350"/>
                <a:gd name="T40" fmla="*/ 440 w 614"/>
                <a:gd name="T41" fmla="*/ 127 h 350"/>
                <a:gd name="T42" fmla="*/ 352 w 614"/>
                <a:gd name="T43" fmla="*/ 238 h 350"/>
                <a:gd name="T44" fmla="*/ 402 w 614"/>
                <a:gd name="T45" fmla="*/ 238 h 350"/>
                <a:gd name="T46" fmla="*/ 380 w 614"/>
                <a:gd name="T47" fmla="*/ 315 h 350"/>
                <a:gd name="T48" fmla="*/ 384 w 614"/>
                <a:gd name="T49" fmla="*/ 315 h 350"/>
                <a:gd name="T50" fmla="*/ 472 w 614"/>
                <a:gd name="T51" fmla="*/ 204 h 350"/>
                <a:gd name="T52" fmla="*/ 472 w 614"/>
                <a:gd name="T53" fmla="*/ 204 h 350"/>
                <a:gd name="T54" fmla="*/ 422 w 614"/>
                <a:gd name="T55" fmla="*/ 204 h 350"/>
                <a:gd name="T56" fmla="*/ 422 w 614"/>
                <a:gd name="T57" fmla="*/ 204 h 350"/>
                <a:gd name="T58" fmla="*/ 444 w 614"/>
                <a:gd name="T59" fmla="*/ 127 h 350"/>
                <a:gd name="T60" fmla="*/ 444 w 614"/>
                <a:gd name="T61" fmla="*/ 127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14" h="350">
                  <a:moveTo>
                    <a:pt x="320" y="204"/>
                  </a:moveTo>
                  <a:lnTo>
                    <a:pt x="440" y="2"/>
                  </a:lnTo>
                  <a:lnTo>
                    <a:pt x="440" y="0"/>
                  </a:lnTo>
                  <a:lnTo>
                    <a:pt x="440" y="0"/>
                  </a:lnTo>
                  <a:lnTo>
                    <a:pt x="562" y="205"/>
                  </a:lnTo>
                  <a:lnTo>
                    <a:pt x="510" y="205"/>
                  </a:lnTo>
                  <a:lnTo>
                    <a:pt x="510" y="205"/>
                  </a:lnTo>
                  <a:lnTo>
                    <a:pt x="510" y="311"/>
                  </a:lnTo>
                  <a:lnTo>
                    <a:pt x="614" y="311"/>
                  </a:lnTo>
                  <a:lnTo>
                    <a:pt x="614" y="350"/>
                  </a:lnTo>
                  <a:lnTo>
                    <a:pt x="0" y="350"/>
                  </a:lnTo>
                  <a:lnTo>
                    <a:pt x="0" y="311"/>
                  </a:lnTo>
                  <a:lnTo>
                    <a:pt x="101" y="311"/>
                  </a:lnTo>
                  <a:lnTo>
                    <a:pt x="101" y="205"/>
                  </a:lnTo>
                  <a:lnTo>
                    <a:pt x="314" y="205"/>
                  </a:lnTo>
                  <a:lnTo>
                    <a:pt x="314" y="205"/>
                  </a:lnTo>
                  <a:lnTo>
                    <a:pt x="320" y="205"/>
                  </a:lnTo>
                  <a:lnTo>
                    <a:pt x="320" y="204"/>
                  </a:lnTo>
                  <a:close/>
                  <a:moveTo>
                    <a:pt x="444" y="127"/>
                  </a:moveTo>
                  <a:lnTo>
                    <a:pt x="440" y="127"/>
                  </a:lnTo>
                  <a:lnTo>
                    <a:pt x="440" y="127"/>
                  </a:lnTo>
                  <a:lnTo>
                    <a:pt x="352" y="238"/>
                  </a:lnTo>
                  <a:lnTo>
                    <a:pt x="402" y="238"/>
                  </a:lnTo>
                  <a:lnTo>
                    <a:pt x="380" y="315"/>
                  </a:lnTo>
                  <a:lnTo>
                    <a:pt x="384" y="315"/>
                  </a:lnTo>
                  <a:lnTo>
                    <a:pt x="472" y="204"/>
                  </a:lnTo>
                  <a:lnTo>
                    <a:pt x="472" y="204"/>
                  </a:lnTo>
                  <a:lnTo>
                    <a:pt x="422" y="204"/>
                  </a:lnTo>
                  <a:lnTo>
                    <a:pt x="422" y="204"/>
                  </a:lnTo>
                  <a:lnTo>
                    <a:pt x="444" y="127"/>
                  </a:lnTo>
                  <a:lnTo>
                    <a:pt x="444" y="1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280">
              <a:extLst>
                <a:ext uri="{FF2B5EF4-FFF2-40B4-BE49-F238E27FC236}">
                  <a16:creationId xmlns:a16="http://schemas.microsoft.com/office/drawing/2014/main" id="{1FBE7058-F9A6-DA4C-2B66-C566B3CD0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2273"/>
              <a:ext cx="49" cy="26"/>
            </a:xfrm>
            <a:custGeom>
              <a:avLst/>
              <a:gdLst>
                <a:gd name="T0" fmla="*/ 65 w 98"/>
                <a:gd name="T1" fmla="*/ 52 h 52"/>
                <a:gd name="T2" fmla="*/ 0 w 98"/>
                <a:gd name="T3" fmla="*/ 52 h 52"/>
                <a:gd name="T4" fmla="*/ 30 w 98"/>
                <a:gd name="T5" fmla="*/ 0 h 52"/>
                <a:gd name="T6" fmla="*/ 98 w 98"/>
                <a:gd name="T7" fmla="*/ 0 h 52"/>
                <a:gd name="T8" fmla="*/ 65 w 9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65" y="52"/>
                  </a:moveTo>
                  <a:lnTo>
                    <a:pt x="0" y="52"/>
                  </a:lnTo>
                  <a:lnTo>
                    <a:pt x="30" y="0"/>
                  </a:lnTo>
                  <a:lnTo>
                    <a:pt x="98" y="0"/>
                  </a:lnTo>
                  <a:lnTo>
                    <a:pt x="6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281">
              <a:extLst>
                <a:ext uri="{FF2B5EF4-FFF2-40B4-BE49-F238E27FC236}">
                  <a16:creationId xmlns:a16="http://schemas.microsoft.com/office/drawing/2014/main" id="{96FD1088-23EC-C273-1A92-404F34DDD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" y="2273"/>
              <a:ext cx="49" cy="26"/>
            </a:xfrm>
            <a:custGeom>
              <a:avLst/>
              <a:gdLst>
                <a:gd name="T0" fmla="*/ 0 w 98"/>
                <a:gd name="T1" fmla="*/ 52 h 52"/>
                <a:gd name="T2" fmla="*/ 31 w 98"/>
                <a:gd name="T3" fmla="*/ 0 h 52"/>
                <a:gd name="T4" fmla="*/ 98 w 98"/>
                <a:gd name="T5" fmla="*/ 0 h 52"/>
                <a:gd name="T6" fmla="*/ 67 w 98"/>
                <a:gd name="T7" fmla="*/ 52 h 52"/>
                <a:gd name="T8" fmla="*/ 0 w 9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0" y="52"/>
                  </a:moveTo>
                  <a:lnTo>
                    <a:pt x="31" y="0"/>
                  </a:lnTo>
                  <a:lnTo>
                    <a:pt x="98" y="0"/>
                  </a:lnTo>
                  <a:lnTo>
                    <a:pt x="67" y="52"/>
                  </a:lnTo>
                  <a:lnTo>
                    <a:pt x="0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282">
              <a:extLst>
                <a:ext uri="{FF2B5EF4-FFF2-40B4-BE49-F238E27FC236}">
                  <a16:creationId xmlns:a16="http://schemas.microsoft.com/office/drawing/2014/main" id="{B141942E-6AE3-AA5E-1FFD-CA4443431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2273"/>
              <a:ext cx="49" cy="26"/>
            </a:xfrm>
            <a:custGeom>
              <a:avLst/>
              <a:gdLst>
                <a:gd name="T0" fmla="*/ 68 w 99"/>
                <a:gd name="T1" fmla="*/ 52 h 52"/>
                <a:gd name="T2" fmla="*/ 0 w 99"/>
                <a:gd name="T3" fmla="*/ 52 h 52"/>
                <a:gd name="T4" fmla="*/ 31 w 99"/>
                <a:gd name="T5" fmla="*/ 0 h 52"/>
                <a:gd name="T6" fmla="*/ 99 w 99"/>
                <a:gd name="T7" fmla="*/ 0 h 52"/>
                <a:gd name="T8" fmla="*/ 68 w 99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52">
                  <a:moveTo>
                    <a:pt x="68" y="52"/>
                  </a:moveTo>
                  <a:lnTo>
                    <a:pt x="0" y="52"/>
                  </a:lnTo>
                  <a:lnTo>
                    <a:pt x="31" y="0"/>
                  </a:lnTo>
                  <a:lnTo>
                    <a:pt x="99" y="0"/>
                  </a:lnTo>
                  <a:lnTo>
                    <a:pt x="68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283">
              <a:extLst>
                <a:ext uri="{FF2B5EF4-FFF2-40B4-BE49-F238E27FC236}">
                  <a16:creationId xmlns:a16="http://schemas.microsoft.com/office/drawing/2014/main" id="{02E8DBF5-2637-E917-352D-40C41AAEA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2238"/>
              <a:ext cx="49" cy="26"/>
            </a:xfrm>
            <a:custGeom>
              <a:avLst/>
              <a:gdLst>
                <a:gd name="T0" fmla="*/ 30 w 98"/>
                <a:gd name="T1" fmla="*/ 0 h 52"/>
                <a:gd name="T2" fmla="*/ 98 w 98"/>
                <a:gd name="T3" fmla="*/ 0 h 52"/>
                <a:gd name="T4" fmla="*/ 67 w 98"/>
                <a:gd name="T5" fmla="*/ 52 h 52"/>
                <a:gd name="T6" fmla="*/ 0 w 98"/>
                <a:gd name="T7" fmla="*/ 52 h 52"/>
                <a:gd name="T8" fmla="*/ 30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30" y="0"/>
                  </a:moveTo>
                  <a:lnTo>
                    <a:pt x="98" y="0"/>
                  </a:lnTo>
                  <a:lnTo>
                    <a:pt x="67" y="52"/>
                  </a:lnTo>
                  <a:lnTo>
                    <a:pt x="0" y="52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284">
              <a:extLst>
                <a:ext uri="{FF2B5EF4-FFF2-40B4-BE49-F238E27FC236}">
                  <a16:creationId xmlns:a16="http://schemas.microsoft.com/office/drawing/2014/main" id="{39644A6C-92FF-CF5A-C194-20B111EE3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2238"/>
              <a:ext cx="49" cy="26"/>
            </a:xfrm>
            <a:custGeom>
              <a:avLst/>
              <a:gdLst>
                <a:gd name="T0" fmla="*/ 98 w 98"/>
                <a:gd name="T1" fmla="*/ 0 h 52"/>
                <a:gd name="T2" fmla="*/ 67 w 98"/>
                <a:gd name="T3" fmla="*/ 52 h 52"/>
                <a:gd name="T4" fmla="*/ 0 w 98"/>
                <a:gd name="T5" fmla="*/ 52 h 52"/>
                <a:gd name="T6" fmla="*/ 31 w 98"/>
                <a:gd name="T7" fmla="*/ 0 h 52"/>
                <a:gd name="T8" fmla="*/ 98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98" y="0"/>
                  </a:moveTo>
                  <a:lnTo>
                    <a:pt x="67" y="52"/>
                  </a:lnTo>
                  <a:lnTo>
                    <a:pt x="0" y="52"/>
                  </a:lnTo>
                  <a:lnTo>
                    <a:pt x="31" y="0"/>
                  </a:lnTo>
                  <a:lnTo>
                    <a:pt x="9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285">
              <a:extLst>
                <a:ext uri="{FF2B5EF4-FFF2-40B4-BE49-F238E27FC236}">
                  <a16:creationId xmlns:a16="http://schemas.microsoft.com/office/drawing/2014/main" id="{D844202C-8C3E-5779-4AD9-67B653A02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2238"/>
              <a:ext cx="49" cy="26"/>
            </a:xfrm>
            <a:custGeom>
              <a:avLst/>
              <a:gdLst>
                <a:gd name="T0" fmla="*/ 30 w 98"/>
                <a:gd name="T1" fmla="*/ 0 h 52"/>
                <a:gd name="T2" fmla="*/ 98 w 98"/>
                <a:gd name="T3" fmla="*/ 0 h 52"/>
                <a:gd name="T4" fmla="*/ 65 w 98"/>
                <a:gd name="T5" fmla="*/ 52 h 52"/>
                <a:gd name="T6" fmla="*/ 0 w 98"/>
                <a:gd name="T7" fmla="*/ 52 h 52"/>
                <a:gd name="T8" fmla="*/ 30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30" y="0"/>
                  </a:moveTo>
                  <a:lnTo>
                    <a:pt x="98" y="0"/>
                  </a:lnTo>
                  <a:lnTo>
                    <a:pt x="65" y="52"/>
                  </a:lnTo>
                  <a:lnTo>
                    <a:pt x="0" y="52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286">
              <a:extLst>
                <a:ext uri="{FF2B5EF4-FFF2-40B4-BE49-F238E27FC236}">
                  <a16:creationId xmlns:a16="http://schemas.microsoft.com/office/drawing/2014/main" id="{94012365-E249-956F-A72F-6BA583A90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" y="2202"/>
              <a:ext cx="49" cy="26"/>
            </a:xfrm>
            <a:custGeom>
              <a:avLst/>
              <a:gdLst>
                <a:gd name="T0" fmla="*/ 98 w 98"/>
                <a:gd name="T1" fmla="*/ 0 h 52"/>
                <a:gd name="T2" fmla="*/ 66 w 98"/>
                <a:gd name="T3" fmla="*/ 52 h 52"/>
                <a:gd name="T4" fmla="*/ 0 w 98"/>
                <a:gd name="T5" fmla="*/ 52 h 52"/>
                <a:gd name="T6" fmla="*/ 30 w 98"/>
                <a:gd name="T7" fmla="*/ 0 h 52"/>
                <a:gd name="T8" fmla="*/ 98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98" y="0"/>
                  </a:moveTo>
                  <a:lnTo>
                    <a:pt x="66" y="52"/>
                  </a:lnTo>
                  <a:lnTo>
                    <a:pt x="0" y="52"/>
                  </a:lnTo>
                  <a:lnTo>
                    <a:pt x="30" y="0"/>
                  </a:lnTo>
                  <a:lnTo>
                    <a:pt x="9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287">
              <a:extLst>
                <a:ext uri="{FF2B5EF4-FFF2-40B4-BE49-F238E27FC236}">
                  <a16:creationId xmlns:a16="http://schemas.microsoft.com/office/drawing/2014/main" id="{FF4F52DA-13DF-EBFA-6DB2-D52A1C03C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2202"/>
              <a:ext cx="50" cy="26"/>
            </a:xfrm>
            <a:custGeom>
              <a:avLst/>
              <a:gdLst>
                <a:gd name="T0" fmla="*/ 67 w 98"/>
                <a:gd name="T1" fmla="*/ 52 h 52"/>
                <a:gd name="T2" fmla="*/ 0 w 98"/>
                <a:gd name="T3" fmla="*/ 52 h 52"/>
                <a:gd name="T4" fmla="*/ 31 w 98"/>
                <a:gd name="T5" fmla="*/ 0 h 52"/>
                <a:gd name="T6" fmla="*/ 98 w 98"/>
                <a:gd name="T7" fmla="*/ 0 h 52"/>
                <a:gd name="T8" fmla="*/ 67 w 9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67" y="52"/>
                  </a:moveTo>
                  <a:lnTo>
                    <a:pt x="0" y="52"/>
                  </a:lnTo>
                  <a:lnTo>
                    <a:pt x="31" y="0"/>
                  </a:lnTo>
                  <a:lnTo>
                    <a:pt x="98" y="0"/>
                  </a:lnTo>
                  <a:lnTo>
                    <a:pt x="67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288">
              <a:extLst>
                <a:ext uri="{FF2B5EF4-FFF2-40B4-BE49-F238E27FC236}">
                  <a16:creationId xmlns:a16="http://schemas.microsoft.com/office/drawing/2014/main" id="{FF91124D-64A7-E5C3-44AB-1B6B44EEF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" y="2202"/>
              <a:ext cx="49" cy="26"/>
            </a:xfrm>
            <a:custGeom>
              <a:avLst/>
              <a:gdLst>
                <a:gd name="T0" fmla="*/ 30 w 98"/>
                <a:gd name="T1" fmla="*/ 0 h 52"/>
                <a:gd name="T2" fmla="*/ 98 w 98"/>
                <a:gd name="T3" fmla="*/ 0 h 52"/>
                <a:gd name="T4" fmla="*/ 67 w 98"/>
                <a:gd name="T5" fmla="*/ 52 h 52"/>
                <a:gd name="T6" fmla="*/ 0 w 98"/>
                <a:gd name="T7" fmla="*/ 52 h 52"/>
                <a:gd name="T8" fmla="*/ 30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30" y="0"/>
                  </a:moveTo>
                  <a:lnTo>
                    <a:pt x="98" y="0"/>
                  </a:lnTo>
                  <a:lnTo>
                    <a:pt x="67" y="52"/>
                  </a:lnTo>
                  <a:lnTo>
                    <a:pt x="0" y="52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289">
              <a:extLst>
                <a:ext uri="{FF2B5EF4-FFF2-40B4-BE49-F238E27FC236}">
                  <a16:creationId xmlns:a16="http://schemas.microsoft.com/office/drawing/2014/main" id="{BE483CFF-141E-DE0F-0CE8-E7B55AA23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2096"/>
              <a:ext cx="225" cy="126"/>
            </a:xfrm>
            <a:custGeom>
              <a:avLst/>
              <a:gdLst>
                <a:gd name="T0" fmla="*/ 297 w 452"/>
                <a:gd name="T1" fmla="*/ 159 h 253"/>
                <a:gd name="T2" fmla="*/ 297 w 452"/>
                <a:gd name="T3" fmla="*/ 159 h 253"/>
                <a:gd name="T4" fmla="*/ 290 w 452"/>
                <a:gd name="T5" fmla="*/ 150 h 253"/>
                <a:gd name="T6" fmla="*/ 290 w 452"/>
                <a:gd name="T7" fmla="*/ 150 h 253"/>
                <a:gd name="T8" fmla="*/ 283 w 452"/>
                <a:gd name="T9" fmla="*/ 145 h 253"/>
                <a:gd name="T10" fmla="*/ 276 w 452"/>
                <a:gd name="T11" fmla="*/ 139 h 253"/>
                <a:gd name="T12" fmla="*/ 268 w 452"/>
                <a:gd name="T13" fmla="*/ 135 h 253"/>
                <a:gd name="T14" fmla="*/ 261 w 452"/>
                <a:gd name="T15" fmla="*/ 131 h 253"/>
                <a:gd name="T16" fmla="*/ 253 w 452"/>
                <a:gd name="T17" fmla="*/ 128 h 253"/>
                <a:gd name="T18" fmla="*/ 244 w 452"/>
                <a:gd name="T19" fmla="*/ 126 h 253"/>
                <a:gd name="T20" fmla="*/ 236 w 452"/>
                <a:gd name="T21" fmla="*/ 125 h 253"/>
                <a:gd name="T22" fmla="*/ 226 w 452"/>
                <a:gd name="T23" fmla="*/ 124 h 253"/>
                <a:gd name="T24" fmla="*/ 226 w 452"/>
                <a:gd name="T25" fmla="*/ 124 h 253"/>
                <a:gd name="T26" fmla="*/ 213 w 452"/>
                <a:gd name="T27" fmla="*/ 125 h 253"/>
                <a:gd name="T28" fmla="*/ 201 w 452"/>
                <a:gd name="T29" fmla="*/ 128 h 253"/>
                <a:gd name="T30" fmla="*/ 188 w 452"/>
                <a:gd name="T31" fmla="*/ 132 h 253"/>
                <a:gd name="T32" fmla="*/ 178 w 452"/>
                <a:gd name="T33" fmla="*/ 138 h 253"/>
                <a:gd name="T34" fmla="*/ 178 w 452"/>
                <a:gd name="T35" fmla="*/ 138 h 253"/>
                <a:gd name="T36" fmla="*/ 170 w 452"/>
                <a:gd name="T37" fmla="*/ 143 h 253"/>
                <a:gd name="T38" fmla="*/ 163 w 452"/>
                <a:gd name="T39" fmla="*/ 150 h 253"/>
                <a:gd name="T40" fmla="*/ 163 w 452"/>
                <a:gd name="T41" fmla="*/ 150 h 253"/>
                <a:gd name="T42" fmla="*/ 155 w 452"/>
                <a:gd name="T43" fmla="*/ 160 h 253"/>
                <a:gd name="T44" fmla="*/ 147 w 452"/>
                <a:gd name="T45" fmla="*/ 170 h 253"/>
                <a:gd name="T46" fmla="*/ 142 w 452"/>
                <a:gd name="T47" fmla="*/ 181 h 253"/>
                <a:gd name="T48" fmla="*/ 138 w 452"/>
                <a:gd name="T49" fmla="*/ 194 h 253"/>
                <a:gd name="T50" fmla="*/ 138 w 452"/>
                <a:gd name="T51" fmla="*/ 194 h 253"/>
                <a:gd name="T52" fmla="*/ 87 w 452"/>
                <a:gd name="T53" fmla="*/ 194 h 253"/>
                <a:gd name="T54" fmla="*/ 87 w 452"/>
                <a:gd name="T55" fmla="*/ 194 h 253"/>
                <a:gd name="T56" fmla="*/ 52 w 452"/>
                <a:gd name="T57" fmla="*/ 253 h 253"/>
                <a:gd name="T58" fmla="*/ 52 w 452"/>
                <a:gd name="T59" fmla="*/ 253 h 253"/>
                <a:gd name="T60" fmla="*/ 0 w 452"/>
                <a:gd name="T61" fmla="*/ 213 h 253"/>
                <a:gd name="T62" fmla="*/ 70 w 452"/>
                <a:gd name="T63" fmla="*/ 163 h 253"/>
                <a:gd name="T64" fmla="*/ 44 w 452"/>
                <a:gd name="T65" fmla="*/ 81 h 253"/>
                <a:gd name="T66" fmla="*/ 129 w 452"/>
                <a:gd name="T67" fmla="*/ 81 h 253"/>
                <a:gd name="T68" fmla="*/ 156 w 452"/>
                <a:gd name="T69" fmla="*/ 0 h 253"/>
                <a:gd name="T70" fmla="*/ 226 w 452"/>
                <a:gd name="T71" fmla="*/ 51 h 253"/>
                <a:gd name="T72" fmla="*/ 296 w 452"/>
                <a:gd name="T73" fmla="*/ 0 h 253"/>
                <a:gd name="T74" fmla="*/ 323 w 452"/>
                <a:gd name="T75" fmla="*/ 81 h 253"/>
                <a:gd name="T76" fmla="*/ 408 w 452"/>
                <a:gd name="T77" fmla="*/ 81 h 253"/>
                <a:gd name="T78" fmla="*/ 382 w 452"/>
                <a:gd name="T79" fmla="*/ 163 h 253"/>
                <a:gd name="T80" fmla="*/ 452 w 452"/>
                <a:gd name="T81" fmla="*/ 213 h 253"/>
                <a:gd name="T82" fmla="*/ 400 w 452"/>
                <a:gd name="T83" fmla="*/ 253 h 253"/>
                <a:gd name="T84" fmla="*/ 400 w 452"/>
                <a:gd name="T85" fmla="*/ 253 h 253"/>
                <a:gd name="T86" fmla="*/ 365 w 452"/>
                <a:gd name="T87" fmla="*/ 194 h 253"/>
                <a:gd name="T88" fmla="*/ 365 w 452"/>
                <a:gd name="T89" fmla="*/ 194 h 253"/>
                <a:gd name="T90" fmla="*/ 314 w 452"/>
                <a:gd name="T91" fmla="*/ 194 h 253"/>
                <a:gd name="T92" fmla="*/ 314 w 452"/>
                <a:gd name="T93" fmla="*/ 194 h 253"/>
                <a:gd name="T94" fmla="*/ 312 w 452"/>
                <a:gd name="T95" fmla="*/ 184 h 253"/>
                <a:gd name="T96" fmla="*/ 307 w 452"/>
                <a:gd name="T97" fmla="*/ 175 h 253"/>
                <a:gd name="T98" fmla="*/ 303 w 452"/>
                <a:gd name="T99" fmla="*/ 167 h 253"/>
                <a:gd name="T100" fmla="*/ 297 w 452"/>
                <a:gd name="T101" fmla="*/ 159 h 253"/>
                <a:gd name="T102" fmla="*/ 297 w 452"/>
                <a:gd name="T103" fmla="*/ 159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52" h="253">
                  <a:moveTo>
                    <a:pt x="297" y="159"/>
                  </a:moveTo>
                  <a:lnTo>
                    <a:pt x="297" y="159"/>
                  </a:lnTo>
                  <a:lnTo>
                    <a:pt x="290" y="150"/>
                  </a:lnTo>
                  <a:lnTo>
                    <a:pt x="290" y="150"/>
                  </a:lnTo>
                  <a:lnTo>
                    <a:pt x="283" y="145"/>
                  </a:lnTo>
                  <a:lnTo>
                    <a:pt x="276" y="139"/>
                  </a:lnTo>
                  <a:lnTo>
                    <a:pt x="268" y="135"/>
                  </a:lnTo>
                  <a:lnTo>
                    <a:pt x="261" y="131"/>
                  </a:lnTo>
                  <a:lnTo>
                    <a:pt x="253" y="128"/>
                  </a:lnTo>
                  <a:lnTo>
                    <a:pt x="244" y="126"/>
                  </a:lnTo>
                  <a:lnTo>
                    <a:pt x="236" y="125"/>
                  </a:lnTo>
                  <a:lnTo>
                    <a:pt x="226" y="124"/>
                  </a:lnTo>
                  <a:lnTo>
                    <a:pt x="226" y="124"/>
                  </a:lnTo>
                  <a:lnTo>
                    <a:pt x="213" y="125"/>
                  </a:lnTo>
                  <a:lnTo>
                    <a:pt x="201" y="128"/>
                  </a:lnTo>
                  <a:lnTo>
                    <a:pt x="188" y="132"/>
                  </a:lnTo>
                  <a:lnTo>
                    <a:pt x="178" y="138"/>
                  </a:lnTo>
                  <a:lnTo>
                    <a:pt x="178" y="138"/>
                  </a:lnTo>
                  <a:lnTo>
                    <a:pt x="170" y="143"/>
                  </a:lnTo>
                  <a:lnTo>
                    <a:pt x="163" y="150"/>
                  </a:lnTo>
                  <a:lnTo>
                    <a:pt x="163" y="150"/>
                  </a:lnTo>
                  <a:lnTo>
                    <a:pt x="155" y="160"/>
                  </a:lnTo>
                  <a:lnTo>
                    <a:pt x="147" y="170"/>
                  </a:lnTo>
                  <a:lnTo>
                    <a:pt x="142" y="181"/>
                  </a:lnTo>
                  <a:lnTo>
                    <a:pt x="138" y="194"/>
                  </a:lnTo>
                  <a:lnTo>
                    <a:pt x="138" y="194"/>
                  </a:lnTo>
                  <a:lnTo>
                    <a:pt x="87" y="194"/>
                  </a:lnTo>
                  <a:lnTo>
                    <a:pt x="87" y="194"/>
                  </a:lnTo>
                  <a:lnTo>
                    <a:pt x="52" y="253"/>
                  </a:lnTo>
                  <a:lnTo>
                    <a:pt x="52" y="253"/>
                  </a:lnTo>
                  <a:lnTo>
                    <a:pt x="0" y="213"/>
                  </a:lnTo>
                  <a:lnTo>
                    <a:pt x="70" y="163"/>
                  </a:lnTo>
                  <a:lnTo>
                    <a:pt x="44" y="81"/>
                  </a:lnTo>
                  <a:lnTo>
                    <a:pt x="129" y="81"/>
                  </a:lnTo>
                  <a:lnTo>
                    <a:pt x="156" y="0"/>
                  </a:lnTo>
                  <a:lnTo>
                    <a:pt x="226" y="51"/>
                  </a:lnTo>
                  <a:lnTo>
                    <a:pt x="296" y="0"/>
                  </a:lnTo>
                  <a:lnTo>
                    <a:pt x="323" y="81"/>
                  </a:lnTo>
                  <a:lnTo>
                    <a:pt x="408" y="81"/>
                  </a:lnTo>
                  <a:lnTo>
                    <a:pt x="382" y="163"/>
                  </a:lnTo>
                  <a:lnTo>
                    <a:pt x="452" y="213"/>
                  </a:lnTo>
                  <a:lnTo>
                    <a:pt x="400" y="253"/>
                  </a:lnTo>
                  <a:lnTo>
                    <a:pt x="400" y="253"/>
                  </a:lnTo>
                  <a:lnTo>
                    <a:pt x="365" y="194"/>
                  </a:lnTo>
                  <a:lnTo>
                    <a:pt x="365" y="194"/>
                  </a:lnTo>
                  <a:lnTo>
                    <a:pt x="314" y="194"/>
                  </a:lnTo>
                  <a:lnTo>
                    <a:pt x="314" y="194"/>
                  </a:lnTo>
                  <a:lnTo>
                    <a:pt x="312" y="184"/>
                  </a:lnTo>
                  <a:lnTo>
                    <a:pt x="307" y="175"/>
                  </a:lnTo>
                  <a:lnTo>
                    <a:pt x="303" y="167"/>
                  </a:lnTo>
                  <a:lnTo>
                    <a:pt x="297" y="159"/>
                  </a:lnTo>
                  <a:lnTo>
                    <a:pt x="297" y="1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944F3BD-D97C-9EE6-619D-59987396AA51}"/>
              </a:ext>
            </a:extLst>
          </p:cNvPr>
          <p:cNvGrpSpPr/>
          <p:nvPr/>
        </p:nvGrpSpPr>
        <p:grpSpPr>
          <a:xfrm>
            <a:off x="9254960" y="3589080"/>
            <a:ext cx="512259" cy="454917"/>
            <a:chOff x="9132449" y="3337855"/>
            <a:chExt cx="606425" cy="538542"/>
          </a:xfrm>
          <a:solidFill>
            <a:schemeClr val="tx1"/>
          </a:solidFill>
        </p:grpSpPr>
        <p:grpSp>
          <p:nvGrpSpPr>
            <p:cNvPr id="3" name="Group 12">
              <a:extLst>
                <a:ext uri="{FF2B5EF4-FFF2-40B4-BE49-F238E27FC236}">
                  <a16:creationId xmlns:a16="http://schemas.microsoft.com/office/drawing/2014/main" id="{D7B3EC55-4A66-E10D-3212-5E36A11CFF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132449" y="3337855"/>
              <a:ext cx="606425" cy="538542"/>
              <a:chOff x="3170" y="1565"/>
              <a:chExt cx="1340" cy="1190"/>
            </a:xfrm>
            <a:grpFill/>
          </p:grpSpPr>
          <p:sp>
            <p:nvSpPr>
              <p:cNvPr id="9" name="Freeform 13">
                <a:extLst>
                  <a:ext uri="{FF2B5EF4-FFF2-40B4-BE49-F238E27FC236}">
                    <a16:creationId xmlns:a16="http://schemas.microsoft.com/office/drawing/2014/main" id="{F3B90D2D-D060-6384-8347-81198C32715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70" y="1565"/>
                <a:ext cx="996" cy="855"/>
              </a:xfrm>
              <a:custGeom>
                <a:avLst/>
                <a:gdLst>
                  <a:gd name="T0" fmla="*/ 2759 w 2989"/>
                  <a:gd name="T1" fmla="*/ 130 h 2564"/>
                  <a:gd name="T2" fmla="*/ 2819 w 2989"/>
                  <a:gd name="T3" fmla="*/ 120 h 2564"/>
                  <a:gd name="T4" fmla="*/ 2865 w 2989"/>
                  <a:gd name="T5" fmla="*/ 152 h 2564"/>
                  <a:gd name="T6" fmla="*/ 2878 w 2989"/>
                  <a:gd name="T7" fmla="*/ 198 h 2564"/>
                  <a:gd name="T8" fmla="*/ 2858 w 2989"/>
                  <a:gd name="T9" fmla="*/ 221 h 2564"/>
                  <a:gd name="T10" fmla="*/ 1585 w 2989"/>
                  <a:gd name="T11" fmla="*/ 1135 h 2564"/>
                  <a:gd name="T12" fmla="*/ 1567 w 2989"/>
                  <a:gd name="T13" fmla="*/ 1086 h 2564"/>
                  <a:gd name="T14" fmla="*/ 1535 w 2989"/>
                  <a:gd name="T15" fmla="*/ 1066 h 2564"/>
                  <a:gd name="T16" fmla="*/ 1567 w 2989"/>
                  <a:gd name="T17" fmla="*/ 1020 h 2564"/>
                  <a:gd name="T18" fmla="*/ 1383 w 2989"/>
                  <a:gd name="T19" fmla="*/ 1199 h 2564"/>
                  <a:gd name="T20" fmla="*/ 1418 w 2989"/>
                  <a:gd name="T21" fmla="*/ 1213 h 2564"/>
                  <a:gd name="T22" fmla="*/ 1443 w 2989"/>
                  <a:gd name="T23" fmla="*/ 1245 h 2564"/>
                  <a:gd name="T24" fmla="*/ 2078 w 2989"/>
                  <a:gd name="T25" fmla="*/ 1141 h 2564"/>
                  <a:gd name="T26" fmla="*/ 2084 w 2989"/>
                  <a:gd name="T27" fmla="*/ 1105 h 2564"/>
                  <a:gd name="T28" fmla="*/ 2120 w 2989"/>
                  <a:gd name="T29" fmla="*/ 1067 h 2564"/>
                  <a:gd name="T30" fmla="*/ 2155 w 2989"/>
                  <a:gd name="T31" fmla="*/ 1061 h 2564"/>
                  <a:gd name="T32" fmla="*/ 2365 w 2989"/>
                  <a:gd name="T33" fmla="*/ 935 h 2564"/>
                  <a:gd name="T34" fmla="*/ 2371 w 2989"/>
                  <a:gd name="T35" fmla="*/ 855 h 2564"/>
                  <a:gd name="T36" fmla="*/ 2404 w 2989"/>
                  <a:gd name="T37" fmla="*/ 819 h 2564"/>
                  <a:gd name="T38" fmla="*/ 2443 w 2989"/>
                  <a:gd name="T39" fmla="*/ 812 h 2564"/>
                  <a:gd name="T40" fmla="*/ 2488 w 2989"/>
                  <a:gd name="T41" fmla="*/ 837 h 2564"/>
                  <a:gd name="T42" fmla="*/ 2503 w 2989"/>
                  <a:gd name="T43" fmla="*/ 872 h 2564"/>
                  <a:gd name="T44" fmla="*/ 2652 w 2989"/>
                  <a:gd name="T45" fmla="*/ 632 h 2564"/>
                  <a:gd name="T46" fmla="*/ 2665 w 2989"/>
                  <a:gd name="T47" fmla="*/ 593 h 2564"/>
                  <a:gd name="T48" fmla="*/ 2706 w 2989"/>
                  <a:gd name="T49" fmla="*/ 564 h 2564"/>
                  <a:gd name="T50" fmla="*/ 2747 w 2989"/>
                  <a:gd name="T51" fmla="*/ 567 h 2564"/>
                  <a:gd name="T52" fmla="*/ 2784 w 2989"/>
                  <a:gd name="T53" fmla="*/ 603 h 2564"/>
                  <a:gd name="T54" fmla="*/ 2989 w 2989"/>
                  <a:gd name="T55" fmla="*/ 868 h 2564"/>
                  <a:gd name="T56" fmla="*/ 2986 w 2989"/>
                  <a:gd name="T57" fmla="*/ 125 h 2564"/>
                  <a:gd name="T58" fmla="*/ 2963 w 2989"/>
                  <a:gd name="T59" fmla="*/ 70 h 2564"/>
                  <a:gd name="T60" fmla="*/ 2921 w 2989"/>
                  <a:gd name="T61" fmla="*/ 26 h 2564"/>
                  <a:gd name="T62" fmla="*/ 2865 w 2989"/>
                  <a:gd name="T63" fmla="*/ 3 h 2564"/>
                  <a:gd name="T64" fmla="*/ 1524 w 2989"/>
                  <a:gd name="T65" fmla="*/ 0 h 2564"/>
                  <a:gd name="T66" fmla="*/ 1477 w 2989"/>
                  <a:gd name="T67" fmla="*/ 7 h 2564"/>
                  <a:gd name="T68" fmla="*/ 1433 w 2989"/>
                  <a:gd name="T69" fmla="*/ 29 h 2564"/>
                  <a:gd name="T70" fmla="*/ 65 w 2989"/>
                  <a:gd name="T71" fmla="*/ 1014 h 2564"/>
                  <a:gd name="T72" fmla="*/ 18 w 2989"/>
                  <a:gd name="T73" fmla="*/ 1070 h 2564"/>
                  <a:gd name="T74" fmla="*/ 0 w 2989"/>
                  <a:gd name="T75" fmla="*/ 1141 h 2564"/>
                  <a:gd name="T76" fmla="*/ 4 w 2989"/>
                  <a:gd name="T77" fmla="*/ 2442 h 2564"/>
                  <a:gd name="T78" fmla="*/ 26 w 2989"/>
                  <a:gd name="T79" fmla="*/ 2496 h 2564"/>
                  <a:gd name="T80" fmla="*/ 70 w 2989"/>
                  <a:gd name="T81" fmla="*/ 2538 h 2564"/>
                  <a:gd name="T82" fmla="*/ 124 w 2989"/>
                  <a:gd name="T83" fmla="*/ 2562 h 2564"/>
                  <a:gd name="T84" fmla="*/ 893 w 2989"/>
                  <a:gd name="T85" fmla="*/ 2428 h 2564"/>
                  <a:gd name="T86" fmla="*/ 171 w 2989"/>
                  <a:gd name="T87" fmla="*/ 2426 h 2564"/>
                  <a:gd name="T88" fmla="*/ 130 w 2989"/>
                  <a:gd name="T89" fmla="*/ 2403 h 2564"/>
                  <a:gd name="T90" fmla="*/ 106 w 2989"/>
                  <a:gd name="T91" fmla="*/ 2360 h 2564"/>
                  <a:gd name="T92" fmla="*/ 104 w 2989"/>
                  <a:gd name="T93" fmla="*/ 1283 h 2564"/>
                  <a:gd name="T94" fmla="*/ 111 w 2989"/>
                  <a:gd name="T95" fmla="*/ 1251 h 2564"/>
                  <a:gd name="T96" fmla="*/ 156 w 2989"/>
                  <a:gd name="T97" fmla="*/ 1205 h 2564"/>
                  <a:gd name="T98" fmla="*/ 189 w 2989"/>
                  <a:gd name="T99" fmla="*/ 1198 h 2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989" h="2564">
                    <a:moveTo>
                      <a:pt x="1567" y="1020"/>
                    </a:moveTo>
                    <a:lnTo>
                      <a:pt x="2739" y="145"/>
                    </a:lnTo>
                    <a:lnTo>
                      <a:pt x="2739" y="145"/>
                    </a:lnTo>
                    <a:lnTo>
                      <a:pt x="2759" y="130"/>
                    </a:lnTo>
                    <a:lnTo>
                      <a:pt x="2783" y="118"/>
                    </a:lnTo>
                    <a:lnTo>
                      <a:pt x="2804" y="118"/>
                    </a:lnTo>
                    <a:lnTo>
                      <a:pt x="2804" y="118"/>
                    </a:lnTo>
                    <a:lnTo>
                      <a:pt x="2819" y="120"/>
                    </a:lnTo>
                    <a:lnTo>
                      <a:pt x="2832" y="124"/>
                    </a:lnTo>
                    <a:lnTo>
                      <a:pt x="2844" y="131"/>
                    </a:lnTo>
                    <a:lnTo>
                      <a:pt x="2856" y="141"/>
                    </a:lnTo>
                    <a:lnTo>
                      <a:pt x="2865" y="152"/>
                    </a:lnTo>
                    <a:lnTo>
                      <a:pt x="2872" y="164"/>
                    </a:lnTo>
                    <a:lnTo>
                      <a:pt x="2876" y="177"/>
                    </a:lnTo>
                    <a:lnTo>
                      <a:pt x="2878" y="192"/>
                    </a:lnTo>
                    <a:lnTo>
                      <a:pt x="2878" y="198"/>
                    </a:lnTo>
                    <a:lnTo>
                      <a:pt x="2878" y="198"/>
                    </a:lnTo>
                    <a:lnTo>
                      <a:pt x="2872" y="206"/>
                    </a:lnTo>
                    <a:lnTo>
                      <a:pt x="2865" y="213"/>
                    </a:lnTo>
                    <a:lnTo>
                      <a:pt x="2858" y="221"/>
                    </a:lnTo>
                    <a:lnTo>
                      <a:pt x="2851" y="227"/>
                    </a:lnTo>
                    <a:lnTo>
                      <a:pt x="1585" y="1177"/>
                    </a:lnTo>
                    <a:lnTo>
                      <a:pt x="1585" y="1135"/>
                    </a:lnTo>
                    <a:lnTo>
                      <a:pt x="1585" y="1135"/>
                    </a:lnTo>
                    <a:lnTo>
                      <a:pt x="1584" y="1121"/>
                    </a:lnTo>
                    <a:lnTo>
                      <a:pt x="1581" y="1109"/>
                    </a:lnTo>
                    <a:lnTo>
                      <a:pt x="1575" y="1096"/>
                    </a:lnTo>
                    <a:lnTo>
                      <a:pt x="1567" y="1086"/>
                    </a:lnTo>
                    <a:lnTo>
                      <a:pt x="1567" y="1086"/>
                    </a:lnTo>
                    <a:lnTo>
                      <a:pt x="1556" y="1075"/>
                    </a:lnTo>
                    <a:lnTo>
                      <a:pt x="1542" y="1068"/>
                    </a:lnTo>
                    <a:lnTo>
                      <a:pt x="1535" y="1066"/>
                    </a:lnTo>
                    <a:lnTo>
                      <a:pt x="1527" y="1063"/>
                    </a:lnTo>
                    <a:lnTo>
                      <a:pt x="1520" y="1061"/>
                    </a:lnTo>
                    <a:lnTo>
                      <a:pt x="1511" y="1061"/>
                    </a:lnTo>
                    <a:lnTo>
                      <a:pt x="1567" y="1020"/>
                    </a:lnTo>
                    <a:lnTo>
                      <a:pt x="1567" y="1020"/>
                    </a:lnTo>
                    <a:close/>
                    <a:moveTo>
                      <a:pt x="1375" y="1198"/>
                    </a:moveTo>
                    <a:lnTo>
                      <a:pt x="1375" y="1198"/>
                    </a:lnTo>
                    <a:lnTo>
                      <a:pt x="1383" y="1199"/>
                    </a:lnTo>
                    <a:lnTo>
                      <a:pt x="1390" y="1201"/>
                    </a:lnTo>
                    <a:lnTo>
                      <a:pt x="1399" y="1202"/>
                    </a:lnTo>
                    <a:lnTo>
                      <a:pt x="1405" y="1205"/>
                    </a:lnTo>
                    <a:lnTo>
                      <a:pt x="1418" y="1213"/>
                    </a:lnTo>
                    <a:lnTo>
                      <a:pt x="1429" y="1223"/>
                    </a:lnTo>
                    <a:lnTo>
                      <a:pt x="1429" y="1223"/>
                    </a:lnTo>
                    <a:lnTo>
                      <a:pt x="1438" y="1234"/>
                    </a:lnTo>
                    <a:lnTo>
                      <a:pt x="1443" y="1245"/>
                    </a:lnTo>
                    <a:lnTo>
                      <a:pt x="1447" y="1258"/>
                    </a:lnTo>
                    <a:lnTo>
                      <a:pt x="1449" y="1272"/>
                    </a:lnTo>
                    <a:lnTo>
                      <a:pt x="1449" y="1595"/>
                    </a:lnTo>
                    <a:lnTo>
                      <a:pt x="2078" y="1141"/>
                    </a:lnTo>
                    <a:lnTo>
                      <a:pt x="2078" y="1132"/>
                    </a:lnTo>
                    <a:lnTo>
                      <a:pt x="2078" y="1132"/>
                    </a:lnTo>
                    <a:lnTo>
                      <a:pt x="2080" y="1118"/>
                    </a:lnTo>
                    <a:lnTo>
                      <a:pt x="2084" y="1105"/>
                    </a:lnTo>
                    <a:lnTo>
                      <a:pt x="2089" y="1093"/>
                    </a:lnTo>
                    <a:lnTo>
                      <a:pt x="2098" y="1082"/>
                    </a:lnTo>
                    <a:lnTo>
                      <a:pt x="2108" y="1074"/>
                    </a:lnTo>
                    <a:lnTo>
                      <a:pt x="2120" y="1067"/>
                    </a:lnTo>
                    <a:lnTo>
                      <a:pt x="2133" y="1063"/>
                    </a:lnTo>
                    <a:lnTo>
                      <a:pt x="2147" y="1061"/>
                    </a:lnTo>
                    <a:lnTo>
                      <a:pt x="2147" y="1061"/>
                    </a:lnTo>
                    <a:lnTo>
                      <a:pt x="2155" y="1061"/>
                    </a:lnTo>
                    <a:lnTo>
                      <a:pt x="2163" y="1063"/>
                    </a:lnTo>
                    <a:lnTo>
                      <a:pt x="2172" y="1066"/>
                    </a:lnTo>
                    <a:lnTo>
                      <a:pt x="2179" y="1068"/>
                    </a:lnTo>
                    <a:lnTo>
                      <a:pt x="2365" y="935"/>
                    </a:lnTo>
                    <a:lnTo>
                      <a:pt x="2365" y="882"/>
                    </a:lnTo>
                    <a:lnTo>
                      <a:pt x="2365" y="882"/>
                    </a:lnTo>
                    <a:lnTo>
                      <a:pt x="2367" y="869"/>
                    </a:lnTo>
                    <a:lnTo>
                      <a:pt x="2371" y="855"/>
                    </a:lnTo>
                    <a:lnTo>
                      <a:pt x="2376" y="844"/>
                    </a:lnTo>
                    <a:lnTo>
                      <a:pt x="2385" y="834"/>
                    </a:lnTo>
                    <a:lnTo>
                      <a:pt x="2393" y="825"/>
                    </a:lnTo>
                    <a:lnTo>
                      <a:pt x="2404" y="819"/>
                    </a:lnTo>
                    <a:lnTo>
                      <a:pt x="2417" y="813"/>
                    </a:lnTo>
                    <a:lnTo>
                      <a:pt x="2431" y="812"/>
                    </a:lnTo>
                    <a:lnTo>
                      <a:pt x="2431" y="812"/>
                    </a:lnTo>
                    <a:lnTo>
                      <a:pt x="2443" y="812"/>
                    </a:lnTo>
                    <a:lnTo>
                      <a:pt x="2457" y="815"/>
                    </a:lnTo>
                    <a:lnTo>
                      <a:pt x="2468" y="820"/>
                    </a:lnTo>
                    <a:lnTo>
                      <a:pt x="2478" y="827"/>
                    </a:lnTo>
                    <a:lnTo>
                      <a:pt x="2488" y="837"/>
                    </a:lnTo>
                    <a:lnTo>
                      <a:pt x="2495" y="847"/>
                    </a:lnTo>
                    <a:lnTo>
                      <a:pt x="2500" y="859"/>
                    </a:lnTo>
                    <a:lnTo>
                      <a:pt x="2503" y="872"/>
                    </a:lnTo>
                    <a:lnTo>
                      <a:pt x="2503" y="872"/>
                    </a:lnTo>
                    <a:lnTo>
                      <a:pt x="2528" y="869"/>
                    </a:lnTo>
                    <a:lnTo>
                      <a:pt x="2553" y="868"/>
                    </a:lnTo>
                    <a:lnTo>
                      <a:pt x="2652" y="868"/>
                    </a:lnTo>
                    <a:lnTo>
                      <a:pt x="2652" y="632"/>
                    </a:lnTo>
                    <a:lnTo>
                      <a:pt x="2652" y="632"/>
                    </a:lnTo>
                    <a:lnTo>
                      <a:pt x="2654" y="618"/>
                    </a:lnTo>
                    <a:lnTo>
                      <a:pt x="2658" y="606"/>
                    </a:lnTo>
                    <a:lnTo>
                      <a:pt x="2665" y="593"/>
                    </a:lnTo>
                    <a:lnTo>
                      <a:pt x="2672" y="584"/>
                    </a:lnTo>
                    <a:lnTo>
                      <a:pt x="2683" y="575"/>
                    </a:lnTo>
                    <a:lnTo>
                      <a:pt x="2694" y="568"/>
                    </a:lnTo>
                    <a:lnTo>
                      <a:pt x="2706" y="564"/>
                    </a:lnTo>
                    <a:lnTo>
                      <a:pt x="2720" y="561"/>
                    </a:lnTo>
                    <a:lnTo>
                      <a:pt x="2720" y="561"/>
                    </a:lnTo>
                    <a:lnTo>
                      <a:pt x="2734" y="563"/>
                    </a:lnTo>
                    <a:lnTo>
                      <a:pt x="2747" y="567"/>
                    </a:lnTo>
                    <a:lnTo>
                      <a:pt x="2759" y="572"/>
                    </a:lnTo>
                    <a:lnTo>
                      <a:pt x="2769" y="581"/>
                    </a:lnTo>
                    <a:lnTo>
                      <a:pt x="2778" y="592"/>
                    </a:lnTo>
                    <a:lnTo>
                      <a:pt x="2784" y="603"/>
                    </a:lnTo>
                    <a:lnTo>
                      <a:pt x="2789" y="617"/>
                    </a:lnTo>
                    <a:lnTo>
                      <a:pt x="2790" y="631"/>
                    </a:lnTo>
                    <a:lnTo>
                      <a:pt x="2790" y="868"/>
                    </a:lnTo>
                    <a:lnTo>
                      <a:pt x="2989" y="868"/>
                    </a:lnTo>
                    <a:lnTo>
                      <a:pt x="2989" y="156"/>
                    </a:lnTo>
                    <a:lnTo>
                      <a:pt x="2989" y="156"/>
                    </a:lnTo>
                    <a:lnTo>
                      <a:pt x="2989" y="141"/>
                    </a:lnTo>
                    <a:lnTo>
                      <a:pt x="2986" y="125"/>
                    </a:lnTo>
                    <a:lnTo>
                      <a:pt x="2982" y="110"/>
                    </a:lnTo>
                    <a:lnTo>
                      <a:pt x="2977" y="96"/>
                    </a:lnTo>
                    <a:lnTo>
                      <a:pt x="2971" y="82"/>
                    </a:lnTo>
                    <a:lnTo>
                      <a:pt x="2963" y="70"/>
                    </a:lnTo>
                    <a:lnTo>
                      <a:pt x="2954" y="57"/>
                    </a:lnTo>
                    <a:lnTo>
                      <a:pt x="2943" y="46"/>
                    </a:lnTo>
                    <a:lnTo>
                      <a:pt x="2932" y="36"/>
                    </a:lnTo>
                    <a:lnTo>
                      <a:pt x="2921" y="26"/>
                    </a:lnTo>
                    <a:lnTo>
                      <a:pt x="2908" y="20"/>
                    </a:lnTo>
                    <a:lnTo>
                      <a:pt x="2895" y="13"/>
                    </a:lnTo>
                    <a:lnTo>
                      <a:pt x="2881" y="7"/>
                    </a:lnTo>
                    <a:lnTo>
                      <a:pt x="2865" y="3"/>
                    </a:lnTo>
                    <a:lnTo>
                      <a:pt x="2850" y="1"/>
                    </a:lnTo>
                    <a:lnTo>
                      <a:pt x="2833" y="0"/>
                    </a:lnTo>
                    <a:lnTo>
                      <a:pt x="1524" y="0"/>
                    </a:lnTo>
                    <a:lnTo>
                      <a:pt x="1524" y="0"/>
                    </a:lnTo>
                    <a:lnTo>
                      <a:pt x="1511" y="0"/>
                    </a:lnTo>
                    <a:lnTo>
                      <a:pt x="1500" y="3"/>
                    </a:lnTo>
                    <a:lnTo>
                      <a:pt x="1488" y="4"/>
                    </a:lnTo>
                    <a:lnTo>
                      <a:pt x="1477" y="7"/>
                    </a:lnTo>
                    <a:lnTo>
                      <a:pt x="1465" y="11"/>
                    </a:lnTo>
                    <a:lnTo>
                      <a:pt x="1454" y="17"/>
                    </a:lnTo>
                    <a:lnTo>
                      <a:pt x="1443" y="22"/>
                    </a:lnTo>
                    <a:lnTo>
                      <a:pt x="1433" y="29"/>
                    </a:lnTo>
                    <a:lnTo>
                      <a:pt x="1433" y="29"/>
                    </a:lnTo>
                    <a:lnTo>
                      <a:pt x="1432" y="29"/>
                    </a:lnTo>
                    <a:lnTo>
                      <a:pt x="65" y="1014"/>
                    </a:lnTo>
                    <a:lnTo>
                      <a:pt x="65" y="1014"/>
                    </a:lnTo>
                    <a:lnTo>
                      <a:pt x="52" y="1027"/>
                    </a:lnTo>
                    <a:lnTo>
                      <a:pt x="38" y="1039"/>
                    </a:lnTo>
                    <a:lnTo>
                      <a:pt x="26" y="1054"/>
                    </a:lnTo>
                    <a:lnTo>
                      <a:pt x="18" y="1070"/>
                    </a:lnTo>
                    <a:lnTo>
                      <a:pt x="11" y="1086"/>
                    </a:lnTo>
                    <a:lnTo>
                      <a:pt x="6" y="1105"/>
                    </a:lnTo>
                    <a:lnTo>
                      <a:pt x="1" y="1123"/>
                    </a:lnTo>
                    <a:lnTo>
                      <a:pt x="0" y="1141"/>
                    </a:lnTo>
                    <a:lnTo>
                      <a:pt x="0" y="2410"/>
                    </a:lnTo>
                    <a:lnTo>
                      <a:pt x="0" y="2410"/>
                    </a:lnTo>
                    <a:lnTo>
                      <a:pt x="1" y="2425"/>
                    </a:lnTo>
                    <a:lnTo>
                      <a:pt x="4" y="2442"/>
                    </a:lnTo>
                    <a:lnTo>
                      <a:pt x="7" y="2456"/>
                    </a:lnTo>
                    <a:lnTo>
                      <a:pt x="13" y="2470"/>
                    </a:lnTo>
                    <a:lnTo>
                      <a:pt x="20" y="2484"/>
                    </a:lnTo>
                    <a:lnTo>
                      <a:pt x="26" y="2496"/>
                    </a:lnTo>
                    <a:lnTo>
                      <a:pt x="36" y="2509"/>
                    </a:lnTo>
                    <a:lnTo>
                      <a:pt x="46" y="2520"/>
                    </a:lnTo>
                    <a:lnTo>
                      <a:pt x="57" y="2530"/>
                    </a:lnTo>
                    <a:lnTo>
                      <a:pt x="70" y="2538"/>
                    </a:lnTo>
                    <a:lnTo>
                      <a:pt x="82" y="2546"/>
                    </a:lnTo>
                    <a:lnTo>
                      <a:pt x="95" y="2553"/>
                    </a:lnTo>
                    <a:lnTo>
                      <a:pt x="110" y="2557"/>
                    </a:lnTo>
                    <a:lnTo>
                      <a:pt x="124" y="2562"/>
                    </a:lnTo>
                    <a:lnTo>
                      <a:pt x="139" y="2564"/>
                    </a:lnTo>
                    <a:lnTo>
                      <a:pt x="156" y="2564"/>
                    </a:lnTo>
                    <a:lnTo>
                      <a:pt x="893" y="2564"/>
                    </a:lnTo>
                    <a:lnTo>
                      <a:pt x="893" y="2428"/>
                    </a:lnTo>
                    <a:lnTo>
                      <a:pt x="189" y="2428"/>
                    </a:lnTo>
                    <a:lnTo>
                      <a:pt x="189" y="2428"/>
                    </a:lnTo>
                    <a:lnTo>
                      <a:pt x="180" y="2428"/>
                    </a:lnTo>
                    <a:lnTo>
                      <a:pt x="171" y="2426"/>
                    </a:lnTo>
                    <a:lnTo>
                      <a:pt x="164" y="2424"/>
                    </a:lnTo>
                    <a:lnTo>
                      <a:pt x="156" y="2421"/>
                    </a:lnTo>
                    <a:lnTo>
                      <a:pt x="142" y="2413"/>
                    </a:lnTo>
                    <a:lnTo>
                      <a:pt x="130" y="2403"/>
                    </a:lnTo>
                    <a:lnTo>
                      <a:pt x="118" y="2390"/>
                    </a:lnTo>
                    <a:lnTo>
                      <a:pt x="111" y="2376"/>
                    </a:lnTo>
                    <a:lnTo>
                      <a:pt x="107" y="2368"/>
                    </a:lnTo>
                    <a:lnTo>
                      <a:pt x="106" y="2360"/>
                    </a:lnTo>
                    <a:lnTo>
                      <a:pt x="104" y="2351"/>
                    </a:lnTo>
                    <a:lnTo>
                      <a:pt x="104" y="2343"/>
                    </a:lnTo>
                    <a:lnTo>
                      <a:pt x="104" y="1283"/>
                    </a:lnTo>
                    <a:lnTo>
                      <a:pt x="104" y="1283"/>
                    </a:lnTo>
                    <a:lnTo>
                      <a:pt x="104" y="1275"/>
                    </a:lnTo>
                    <a:lnTo>
                      <a:pt x="106" y="1266"/>
                    </a:lnTo>
                    <a:lnTo>
                      <a:pt x="107" y="1258"/>
                    </a:lnTo>
                    <a:lnTo>
                      <a:pt x="111" y="1251"/>
                    </a:lnTo>
                    <a:lnTo>
                      <a:pt x="118" y="1236"/>
                    </a:lnTo>
                    <a:lnTo>
                      <a:pt x="130" y="1223"/>
                    </a:lnTo>
                    <a:lnTo>
                      <a:pt x="142" y="1213"/>
                    </a:lnTo>
                    <a:lnTo>
                      <a:pt x="156" y="1205"/>
                    </a:lnTo>
                    <a:lnTo>
                      <a:pt x="164" y="1202"/>
                    </a:lnTo>
                    <a:lnTo>
                      <a:pt x="171" y="1201"/>
                    </a:lnTo>
                    <a:lnTo>
                      <a:pt x="180" y="1199"/>
                    </a:lnTo>
                    <a:lnTo>
                      <a:pt x="189" y="1198"/>
                    </a:lnTo>
                    <a:lnTo>
                      <a:pt x="1375" y="1198"/>
                    </a:lnTo>
                    <a:lnTo>
                      <a:pt x="1375" y="11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aseline="-25000" dirty="0"/>
              </a:p>
            </p:txBody>
          </p:sp>
          <p:sp>
            <p:nvSpPr>
              <p:cNvPr id="10" name="Freeform 16">
                <a:extLst>
                  <a:ext uri="{FF2B5EF4-FFF2-40B4-BE49-F238E27FC236}">
                    <a16:creationId xmlns:a16="http://schemas.microsoft.com/office/drawing/2014/main" id="{627054E6-F75B-5798-542F-DE1D03EC95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14" y="1900"/>
                <a:ext cx="996" cy="855"/>
              </a:xfrm>
              <a:custGeom>
                <a:avLst/>
                <a:gdLst>
                  <a:gd name="T0" fmla="*/ 2981 w 2989"/>
                  <a:gd name="T1" fmla="*/ 110 h 2566"/>
                  <a:gd name="T2" fmla="*/ 2943 w 2989"/>
                  <a:gd name="T3" fmla="*/ 46 h 2566"/>
                  <a:gd name="T4" fmla="*/ 2879 w 2989"/>
                  <a:gd name="T5" fmla="*/ 7 h 2566"/>
                  <a:gd name="T6" fmla="*/ 1522 w 2989"/>
                  <a:gd name="T7" fmla="*/ 0 h 2566"/>
                  <a:gd name="T8" fmla="*/ 1464 w 2989"/>
                  <a:gd name="T9" fmla="*/ 13 h 2566"/>
                  <a:gd name="T10" fmla="*/ 1432 w 2989"/>
                  <a:gd name="T11" fmla="*/ 31 h 2566"/>
                  <a:gd name="T12" fmla="*/ 26 w 2989"/>
                  <a:gd name="T13" fmla="*/ 1055 h 2566"/>
                  <a:gd name="T14" fmla="*/ 0 w 2989"/>
                  <a:gd name="T15" fmla="*/ 1141 h 2566"/>
                  <a:gd name="T16" fmla="*/ 7 w 2989"/>
                  <a:gd name="T17" fmla="*/ 2456 h 2566"/>
                  <a:gd name="T18" fmla="*/ 44 w 2989"/>
                  <a:gd name="T19" fmla="*/ 2520 h 2566"/>
                  <a:gd name="T20" fmla="*/ 108 w 2989"/>
                  <a:gd name="T21" fmla="*/ 2559 h 2566"/>
                  <a:gd name="T22" fmla="*/ 1525 w 2989"/>
                  <a:gd name="T23" fmla="*/ 2566 h 2566"/>
                  <a:gd name="T24" fmla="*/ 1593 w 2989"/>
                  <a:gd name="T25" fmla="*/ 2549 h 2566"/>
                  <a:gd name="T26" fmla="*/ 2937 w 2989"/>
                  <a:gd name="T27" fmla="*/ 1339 h 2566"/>
                  <a:gd name="T28" fmla="*/ 2975 w 2989"/>
                  <a:gd name="T29" fmla="*/ 1287 h 2566"/>
                  <a:gd name="T30" fmla="*/ 2988 w 2989"/>
                  <a:gd name="T31" fmla="*/ 156 h 2566"/>
                  <a:gd name="T32" fmla="*/ 1439 w 2989"/>
                  <a:gd name="T33" fmla="*/ 2429 h 2566"/>
                  <a:gd name="T34" fmla="*/ 1383 w 2989"/>
                  <a:gd name="T35" fmla="*/ 2459 h 2566"/>
                  <a:gd name="T36" fmla="*/ 192 w 2989"/>
                  <a:gd name="T37" fmla="*/ 2448 h 2566"/>
                  <a:gd name="T38" fmla="*/ 163 w 2989"/>
                  <a:gd name="T39" fmla="*/ 2392 h 2566"/>
                  <a:gd name="T40" fmla="*/ 174 w 2989"/>
                  <a:gd name="T41" fmla="*/ 1170 h 2566"/>
                  <a:gd name="T42" fmla="*/ 230 w 2989"/>
                  <a:gd name="T43" fmla="*/ 1141 h 2566"/>
                  <a:gd name="T44" fmla="*/ 1421 w 2989"/>
                  <a:gd name="T45" fmla="*/ 1152 h 2566"/>
                  <a:gd name="T46" fmla="*/ 1450 w 2989"/>
                  <a:gd name="T47" fmla="*/ 1208 h 2566"/>
                  <a:gd name="T48" fmla="*/ 1922 w 2989"/>
                  <a:gd name="T49" fmla="*/ 2012 h 2566"/>
                  <a:gd name="T50" fmla="*/ 1873 w 2989"/>
                  <a:gd name="T51" fmla="*/ 2052 h 2566"/>
                  <a:gd name="T52" fmla="*/ 1820 w 2989"/>
                  <a:gd name="T53" fmla="*/ 2042 h 2566"/>
                  <a:gd name="T54" fmla="*/ 1790 w 2989"/>
                  <a:gd name="T55" fmla="*/ 1985 h 2566"/>
                  <a:gd name="T56" fmla="*/ 1802 w 2989"/>
                  <a:gd name="T57" fmla="*/ 1342 h 2566"/>
                  <a:gd name="T58" fmla="*/ 1859 w 2989"/>
                  <a:gd name="T59" fmla="*/ 1311 h 2566"/>
                  <a:gd name="T60" fmla="*/ 1908 w 2989"/>
                  <a:gd name="T61" fmla="*/ 1332 h 2566"/>
                  <a:gd name="T62" fmla="*/ 1928 w 2989"/>
                  <a:gd name="T63" fmla="*/ 1985 h 2566"/>
                  <a:gd name="T64" fmla="*/ 2203 w 2989"/>
                  <a:gd name="T65" fmla="*/ 1773 h 2566"/>
                  <a:gd name="T66" fmla="*/ 2146 w 2989"/>
                  <a:gd name="T67" fmla="*/ 1804 h 2566"/>
                  <a:gd name="T68" fmla="*/ 2098 w 2989"/>
                  <a:gd name="T69" fmla="*/ 1785 h 2566"/>
                  <a:gd name="T70" fmla="*/ 2077 w 2989"/>
                  <a:gd name="T71" fmla="*/ 1130 h 2566"/>
                  <a:gd name="T72" fmla="*/ 2098 w 2989"/>
                  <a:gd name="T73" fmla="*/ 1081 h 2566"/>
                  <a:gd name="T74" fmla="*/ 2146 w 2989"/>
                  <a:gd name="T75" fmla="*/ 1062 h 2566"/>
                  <a:gd name="T76" fmla="*/ 2203 w 2989"/>
                  <a:gd name="T77" fmla="*/ 1092 h 2566"/>
                  <a:gd name="T78" fmla="*/ 2501 w 2989"/>
                  <a:gd name="T79" fmla="*/ 1487 h 2566"/>
                  <a:gd name="T80" fmla="*/ 2482 w 2989"/>
                  <a:gd name="T81" fmla="*/ 1534 h 2566"/>
                  <a:gd name="T82" fmla="*/ 2433 w 2989"/>
                  <a:gd name="T83" fmla="*/ 1555 h 2566"/>
                  <a:gd name="T84" fmla="*/ 2376 w 2989"/>
                  <a:gd name="T85" fmla="*/ 1524 h 2566"/>
                  <a:gd name="T86" fmla="*/ 2365 w 2989"/>
                  <a:gd name="T87" fmla="*/ 881 h 2566"/>
                  <a:gd name="T88" fmla="*/ 2394 w 2989"/>
                  <a:gd name="T89" fmla="*/ 823 h 2566"/>
                  <a:gd name="T90" fmla="*/ 2447 w 2989"/>
                  <a:gd name="T91" fmla="*/ 814 h 2566"/>
                  <a:gd name="T92" fmla="*/ 2496 w 2989"/>
                  <a:gd name="T93" fmla="*/ 854 h 2566"/>
                  <a:gd name="T94" fmla="*/ 2788 w 2989"/>
                  <a:gd name="T95" fmla="*/ 1236 h 2566"/>
                  <a:gd name="T96" fmla="*/ 2758 w 2989"/>
                  <a:gd name="T97" fmla="*/ 1293 h 2566"/>
                  <a:gd name="T98" fmla="*/ 2706 w 2989"/>
                  <a:gd name="T99" fmla="*/ 1304 h 2566"/>
                  <a:gd name="T100" fmla="*/ 2657 w 2989"/>
                  <a:gd name="T101" fmla="*/ 1264 h 2566"/>
                  <a:gd name="T102" fmla="*/ 2653 w 2989"/>
                  <a:gd name="T103" fmla="*/ 617 h 2566"/>
                  <a:gd name="T104" fmla="*/ 2694 w 2989"/>
                  <a:gd name="T105" fmla="*/ 567 h 2566"/>
                  <a:gd name="T106" fmla="*/ 2747 w 2989"/>
                  <a:gd name="T107" fmla="*/ 567 h 2566"/>
                  <a:gd name="T108" fmla="*/ 2787 w 2989"/>
                  <a:gd name="T109" fmla="*/ 617 h 2566"/>
                  <a:gd name="T110" fmla="*/ 2871 w 2989"/>
                  <a:gd name="T111" fmla="*/ 206 h 2566"/>
                  <a:gd name="T112" fmla="*/ 1585 w 2989"/>
                  <a:gd name="T113" fmla="*/ 1137 h 2566"/>
                  <a:gd name="T114" fmla="*/ 1565 w 2989"/>
                  <a:gd name="T115" fmla="*/ 1087 h 2566"/>
                  <a:gd name="T116" fmla="*/ 1526 w 2989"/>
                  <a:gd name="T117" fmla="*/ 1063 h 2566"/>
                  <a:gd name="T118" fmla="*/ 2737 w 2989"/>
                  <a:gd name="T119" fmla="*/ 145 h 2566"/>
                  <a:gd name="T120" fmla="*/ 2818 w 2989"/>
                  <a:gd name="T121" fmla="*/ 121 h 2566"/>
                  <a:gd name="T122" fmla="*/ 2871 w 2989"/>
                  <a:gd name="T123" fmla="*/ 165 h 2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989" h="2566">
                    <a:moveTo>
                      <a:pt x="2988" y="156"/>
                    </a:moveTo>
                    <a:lnTo>
                      <a:pt x="2988" y="156"/>
                    </a:lnTo>
                    <a:lnTo>
                      <a:pt x="2988" y="141"/>
                    </a:lnTo>
                    <a:lnTo>
                      <a:pt x="2985" y="126"/>
                    </a:lnTo>
                    <a:lnTo>
                      <a:pt x="2981" y="110"/>
                    </a:lnTo>
                    <a:lnTo>
                      <a:pt x="2976" y="96"/>
                    </a:lnTo>
                    <a:lnTo>
                      <a:pt x="2969" y="82"/>
                    </a:lnTo>
                    <a:lnTo>
                      <a:pt x="2961" y="70"/>
                    </a:lnTo>
                    <a:lnTo>
                      <a:pt x="2953" y="57"/>
                    </a:lnTo>
                    <a:lnTo>
                      <a:pt x="2943" y="46"/>
                    </a:lnTo>
                    <a:lnTo>
                      <a:pt x="2932" y="36"/>
                    </a:lnTo>
                    <a:lnTo>
                      <a:pt x="2919" y="28"/>
                    </a:lnTo>
                    <a:lnTo>
                      <a:pt x="2907" y="20"/>
                    </a:lnTo>
                    <a:lnTo>
                      <a:pt x="2893" y="13"/>
                    </a:lnTo>
                    <a:lnTo>
                      <a:pt x="2879" y="7"/>
                    </a:lnTo>
                    <a:lnTo>
                      <a:pt x="2864" y="4"/>
                    </a:lnTo>
                    <a:lnTo>
                      <a:pt x="2848" y="2"/>
                    </a:lnTo>
                    <a:lnTo>
                      <a:pt x="2832" y="0"/>
                    </a:lnTo>
                    <a:lnTo>
                      <a:pt x="1522" y="0"/>
                    </a:lnTo>
                    <a:lnTo>
                      <a:pt x="1522" y="0"/>
                    </a:lnTo>
                    <a:lnTo>
                      <a:pt x="1510" y="2"/>
                    </a:lnTo>
                    <a:lnTo>
                      <a:pt x="1499" y="3"/>
                    </a:lnTo>
                    <a:lnTo>
                      <a:pt x="1486" y="4"/>
                    </a:lnTo>
                    <a:lnTo>
                      <a:pt x="1475" y="9"/>
                    </a:lnTo>
                    <a:lnTo>
                      <a:pt x="1464" y="13"/>
                    </a:lnTo>
                    <a:lnTo>
                      <a:pt x="1453" y="17"/>
                    </a:lnTo>
                    <a:lnTo>
                      <a:pt x="1441" y="23"/>
                    </a:lnTo>
                    <a:lnTo>
                      <a:pt x="1432" y="30"/>
                    </a:lnTo>
                    <a:lnTo>
                      <a:pt x="1432" y="30"/>
                    </a:lnTo>
                    <a:lnTo>
                      <a:pt x="1432" y="31"/>
                    </a:lnTo>
                    <a:lnTo>
                      <a:pt x="64" y="1016"/>
                    </a:lnTo>
                    <a:lnTo>
                      <a:pt x="64" y="1016"/>
                    </a:lnTo>
                    <a:lnTo>
                      <a:pt x="50" y="1027"/>
                    </a:lnTo>
                    <a:lnTo>
                      <a:pt x="37" y="1041"/>
                    </a:lnTo>
                    <a:lnTo>
                      <a:pt x="26" y="1055"/>
                    </a:lnTo>
                    <a:lnTo>
                      <a:pt x="16" y="1070"/>
                    </a:lnTo>
                    <a:lnTo>
                      <a:pt x="10" y="1087"/>
                    </a:lnTo>
                    <a:lnTo>
                      <a:pt x="4" y="1105"/>
                    </a:lnTo>
                    <a:lnTo>
                      <a:pt x="0" y="1123"/>
                    </a:lnTo>
                    <a:lnTo>
                      <a:pt x="0" y="1141"/>
                    </a:lnTo>
                    <a:lnTo>
                      <a:pt x="0" y="2410"/>
                    </a:lnTo>
                    <a:lnTo>
                      <a:pt x="0" y="2410"/>
                    </a:lnTo>
                    <a:lnTo>
                      <a:pt x="0" y="2427"/>
                    </a:lnTo>
                    <a:lnTo>
                      <a:pt x="3" y="2442"/>
                    </a:lnTo>
                    <a:lnTo>
                      <a:pt x="7" y="2456"/>
                    </a:lnTo>
                    <a:lnTo>
                      <a:pt x="11" y="2471"/>
                    </a:lnTo>
                    <a:lnTo>
                      <a:pt x="18" y="2484"/>
                    </a:lnTo>
                    <a:lnTo>
                      <a:pt x="26" y="2498"/>
                    </a:lnTo>
                    <a:lnTo>
                      <a:pt x="35" y="2509"/>
                    </a:lnTo>
                    <a:lnTo>
                      <a:pt x="44" y="2520"/>
                    </a:lnTo>
                    <a:lnTo>
                      <a:pt x="55" y="2530"/>
                    </a:lnTo>
                    <a:lnTo>
                      <a:pt x="68" y="2540"/>
                    </a:lnTo>
                    <a:lnTo>
                      <a:pt x="81" y="2546"/>
                    </a:lnTo>
                    <a:lnTo>
                      <a:pt x="94" y="2553"/>
                    </a:lnTo>
                    <a:lnTo>
                      <a:pt x="108" y="2559"/>
                    </a:lnTo>
                    <a:lnTo>
                      <a:pt x="124" y="2562"/>
                    </a:lnTo>
                    <a:lnTo>
                      <a:pt x="139" y="2565"/>
                    </a:lnTo>
                    <a:lnTo>
                      <a:pt x="154" y="2566"/>
                    </a:lnTo>
                    <a:lnTo>
                      <a:pt x="1525" y="2566"/>
                    </a:lnTo>
                    <a:lnTo>
                      <a:pt x="1525" y="2566"/>
                    </a:lnTo>
                    <a:lnTo>
                      <a:pt x="1539" y="2565"/>
                    </a:lnTo>
                    <a:lnTo>
                      <a:pt x="1553" y="2563"/>
                    </a:lnTo>
                    <a:lnTo>
                      <a:pt x="1567" y="2559"/>
                    </a:lnTo>
                    <a:lnTo>
                      <a:pt x="1581" y="2555"/>
                    </a:lnTo>
                    <a:lnTo>
                      <a:pt x="1593" y="2549"/>
                    </a:lnTo>
                    <a:lnTo>
                      <a:pt x="1606" y="2542"/>
                    </a:lnTo>
                    <a:lnTo>
                      <a:pt x="1617" y="2534"/>
                    </a:lnTo>
                    <a:lnTo>
                      <a:pt x="1628" y="2526"/>
                    </a:lnTo>
                    <a:lnTo>
                      <a:pt x="2774" y="1487"/>
                    </a:lnTo>
                    <a:lnTo>
                      <a:pt x="2937" y="1339"/>
                    </a:lnTo>
                    <a:lnTo>
                      <a:pt x="2937" y="1339"/>
                    </a:lnTo>
                    <a:lnTo>
                      <a:pt x="2949" y="1328"/>
                    </a:lnTo>
                    <a:lnTo>
                      <a:pt x="2958" y="1315"/>
                    </a:lnTo>
                    <a:lnTo>
                      <a:pt x="2968" y="1301"/>
                    </a:lnTo>
                    <a:lnTo>
                      <a:pt x="2975" y="1287"/>
                    </a:lnTo>
                    <a:lnTo>
                      <a:pt x="2981" y="1272"/>
                    </a:lnTo>
                    <a:lnTo>
                      <a:pt x="2985" y="1255"/>
                    </a:lnTo>
                    <a:lnTo>
                      <a:pt x="2988" y="1240"/>
                    </a:lnTo>
                    <a:lnTo>
                      <a:pt x="2989" y="1223"/>
                    </a:lnTo>
                    <a:lnTo>
                      <a:pt x="2988" y="156"/>
                    </a:lnTo>
                    <a:close/>
                    <a:moveTo>
                      <a:pt x="1450" y="2392"/>
                    </a:moveTo>
                    <a:lnTo>
                      <a:pt x="1450" y="2392"/>
                    </a:lnTo>
                    <a:lnTo>
                      <a:pt x="1448" y="2404"/>
                    </a:lnTo>
                    <a:lnTo>
                      <a:pt x="1446" y="2417"/>
                    </a:lnTo>
                    <a:lnTo>
                      <a:pt x="1439" y="2429"/>
                    </a:lnTo>
                    <a:lnTo>
                      <a:pt x="1430" y="2439"/>
                    </a:lnTo>
                    <a:lnTo>
                      <a:pt x="1421" y="2448"/>
                    </a:lnTo>
                    <a:lnTo>
                      <a:pt x="1409" y="2453"/>
                    </a:lnTo>
                    <a:lnTo>
                      <a:pt x="1397" y="2457"/>
                    </a:lnTo>
                    <a:lnTo>
                      <a:pt x="1383" y="2459"/>
                    </a:lnTo>
                    <a:lnTo>
                      <a:pt x="230" y="2459"/>
                    </a:lnTo>
                    <a:lnTo>
                      <a:pt x="230" y="2459"/>
                    </a:lnTo>
                    <a:lnTo>
                      <a:pt x="216" y="2457"/>
                    </a:lnTo>
                    <a:lnTo>
                      <a:pt x="203" y="2453"/>
                    </a:lnTo>
                    <a:lnTo>
                      <a:pt x="192" y="2448"/>
                    </a:lnTo>
                    <a:lnTo>
                      <a:pt x="182" y="2439"/>
                    </a:lnTo>
                    <a:lnTo>
                      <a:pt x="174" y="2429"/>
                    </a:lnTo>
                    <a:lnTo>
                      <a:pt x="167" y="2417"/>
                    </a:lnTo>
                    <a:lnTo>
                      <a:pt x="164" y="2404"/>
                    </a:lnTo>
                    <a:lnTo>
                      <a:pt x="163" y="2392"/>
                    </a:lnTo>
                    <a:lnTo>
                      <a:pt x="163" y="1208"/>
                    </a:lnTo>
                    <a:lnTo>
                      <a:pt x="163" y="1208"/>
                    </a:lnTo>
                    <a:lnTo>
                      <a:pt x="164" y="1194"/>
                    </a:lnTo>
                    <a:lnTo>
                      <a:pt x="167" y="1181"/>
                    </a:lnTo>
                    <a:lnTo>
                      <a:pt x="174" y="1170"/>
                    </a:lnTo>
                    <a:lnTo>
                      <a:pt x="182" y="1161"/>
                    </a:lnTo>
                    <a:lnTo>
                      <a:pt x="192" y="1152"/>
                    </a:lnTo>
                    <a:lnTo>
                      <a:pt x="203" y="1147"/>
                    </a:lnTo>
                    <a:lnTo>
                      <a:pt x="216" y="1142"/>
                    </a:lnTo>
                    <a:lnTo>
                      <a:pt x="230" y="1141"/>
                    </a:lnTo>
                    <a:lnTo>
                      <a:pt x="1383" y="1141"/>
                    </a:lnTo>
                    <a:lnTo>
                      <a:pt x="1383" y="1141"/>
                    </a:lnTo>
                    <a:lnTo>
                      <a:pt x="1397" y="1142"/>
                    </a:lnTo>
                    <a:lnTo>
                      <a:pt x="1409" y="1147"/>
                    </a:lnTo>
                    <a:lnTo>
                      <a:pt x="1421" y="1152"/>
                    </a:lnTo>
                    <a:lnTo>
                      <a:pt x="1430" y="1161"/>
                    </a:lnTo>
                    <a:lnTo>
                      <a:pt x="1439" y="1170"/>
                    </a:lnTo>
                    <a:lnTo>
                      <a:pt x="1446" y="1181"/>
                    </a:lnTo>
                    <a:lnTo>
                      <a:pt x="1448" y="1194"/>
                    </a:lnTo>
                    <a:lnTo>
                      <a:pt x="1450" y="1208"/>
                    </a:lnTo>
                    <a:lnTo>
                      <a:pt x="1450" y="2392"/>
                    </a:lnTo>
                    <a:close/>
                    <a:moveTo>
                      <a:pt x="1928" y="1985"/>
                    </a:moveTo>
                    <a:lnTo>
                      <a:pt x="1928" y="1985"/>
                    </a:lnTo>
                    <a:lnTo>
                      <a:pt x="1926" y="1999"/>
                    </a:lnTo>
                    <a:lnTo>
                      <a:pt x="1922" y="2012"/>
                    </a:lnTo>
                    <a:lnTo>
                      <a:pt x="1916" y="2024"/>
                    </a:lnTo>
                    <a:lnTo>
                      <a:pt x="1908" y="2034"/>
                    </a:lnTo>
                    <a:lnTo>
                      <a:pt x="1897" y="2042"/>
                    </a:lnTo>
                    <a:lnTo>
                      <a:pt x="1886" y="2048"/>
                    </a:lnTo>
                    <a:lnTo>
                      <a:pt x="1873" y="2052"/>
                    </a:lnTo>
                    <a:lnTo>
                      <a:pt x="1859" y="2053"/>
                    </a:lnTo>
                    <a:lnTo>
                      <a:pt x="1859" y="2053"/>
                    </a:lnTo>
                    <a:lnTo>
                      <a:pt x="1845" y="2052"/>
                    </a:lnTo>
                    <a:lnTo>
                      <a:pt x="1833" y="2048"/>
                    </a:lnTo>
                    <a:lnTo>
                      <a:pt x="1820" y="2042"/>
                    </a:lnTo>
                    <a:lnTo>
                      <a:pt x="1811" y="2034"/>
                    </a:lnTo>
                    <a:lnTo>
                      <a:pt x="1802" y="2024"/>
                    </a:lnTo>
                    <a:lnTo>
                      <a:pt x="1795" y="2012"/>
                    </a:lnTo>
                    <a:lnTo>
                      <a:pt x="1791" y="1999"/>
                    </a:lnTo>
                    <a:lnTo>
                      <a:pt x="1790" y="1985"/>
                    </a:lnTo>
                    <a:lnTo>
                      <a:pt x="1790" y="1379"/>
                    </a:lnTo>
                    <a:lnTo>
                      <a:pt x="1790" y="1379"/>
                    </a:lnTo>
                    <a:lnTo>
                      <a:pt x="1791" y="1367"/>
                    </a:lnTo>
                    <a:lnTo>
                      <a:pt x="1795" y="1353"/>
                    </a:lnTo>
                    <a:lnTo>
                      <a:pt x="1802" y="1342"/>
                    </a:lnTo>
                    <a:lnTo>
                      <a:pt x="1811" y="1332"/>
                    </a:lnTo>
                    <a:lnTo>
                      <a:pt x="1820" y="1324"/>
                    </a:lnTo>
                    <a:lnTo>
                      <a:pt x="1833" y="1317"/>
                    </a:lnTo>
                    <a:lnTo>
                      <a:pt x="1845" y="1312"/>
                    </a:lnTo>
                    <a:lnTo>
                      <a:pt x="1859" y="1311"/>
                    </a:lnTo>
                    <a:lnTo>
                      <a:pt x="1859" y="1311"/>
                    </a:lnTo>
                    <a:lnTo>
                      <a:pt x="1873" y="1312"/>
                    </a:lnTo>
                    <a:lnTo>
                      <a:pt x="1886" y="1317"/>
                    </a:lnTo>
                    <a:lnTo>
                      <a:pt x="1897" y="1324"/>
                    </a:lnTo>
                    <a:lnTo>
                      <a:pt x="1908" y="1332"/>
                    </a:lnTo>
                    <a:lnTo>
                      <a:pt x="1916" y="1342"/>
                    </a:lnTo>
                    <a:lnTo>
                      <a:pt x="1922" y="1353"/>
                    </a:lnTo>
                    <a:lnTo>
                      <a:pt x="1926" y="1367"/>
                    </a:lnTo>
                    <a:lnTo>
                      <a:pt x="1928" y="1379"/>
                    </a:lnTo>
                    <a:lnTo>
                      <a:pt x="1928" y="1985"/>
                    </a:lnTo>
                    <a:close/>
                    <a:moveTo>
                      <a:pt x="2215" y="1736"/>
                    </a:moveTo>
                    <a:lnTo>
                      <a:pt x="2215" y="1736"/>
                    </a:lnTo>
                    <a:lnTo>
                      <a:pt x="2213" y="1750"/>
                    </a:lnTo>
                    <a:lnTo>
                      <a:pt x="2209" y="1762"/>
                    </a:lnTo>
                    <a:lnTo>
                      <a:pt x="2203" y="1773"/>
                    </a:lnTo>
                    <a:lnTo>
                      <a:pt x="2195" y="1785"/>
                    </a:lnTo>
                    <a:lnTo>
                      <a:pt x="2184" y="1793"/>
                    </a:lnTo>
                    <a:lnTo>
                      <a:pt x="2173" y="1799"/>
                    </a:lnTo>
                    <a:lnTo>
                      <a:pt x="2160" y="1803"/>
                    </a:lnTo>
                    <a:lnTo>
                      <a:pt x="2146" y="1804"/>
                    </a:lnTo>
                    <a:lnTo>
                      <a:pt x="2146" y="1804"/>
                    </a:lnTo>
                    <a:lnTo>
                      <a:pt x="2132" y="1803"/>
                    </a:lnTo>
                    <a:lnTo>
                      <a:pt x="2120" y="1799"/>
                    </a:lnTo>
                    <a:lnTo>
                      <a:pt x="2107" y="1793"/>
                    </a:lnTo>
                    <a:lnTo>
                      <a:pt x="2098" y="1785"/>
                    </a:lnTo>
                    <a:lnTo>
                      <a:pt x="2089" y="1773"/>
                    </a:lnTo>
                    <a:lnTo>
                      <a:pt x="2082" y="1762"/>
                    </a:lnTo>
                    <a:lnTo>
                      <a:pt x="2078" y="1750"/>
                    </a:lnTo>
                    <a:lnTo>
                      <a:pt x="2077" y="1736"/>
                    </a:lnTo>
                    <a:lnTo>
                      <a:pt x="2077" y="1130"/>
                    </a:lnTo>
                    <a:lnTo>
                      <a:pt x="2077" y="1130"/>
                    </a:lnTo>
                    <a:lnTo>
                      <a:pt x="2078" y="1116"/>
                    </a:lnTo>
                    <a:lnTo>
                      <a:pt x="2082" y="1103"/>
                    </a:lnTo>
                    <a:lnTo>
                      <a:pt x="2089" y="1092"/>
                    </a:lnTo>
                    <a:lnTo>
                      <a:pt x="2098" y="1081"/>
                    </a:lnTo>
                    <a:lnTo>
                      <a:pt x="2107" y="1073"/>
                    </a:lnTo>
                    <a:lnTo>
                      <a:pt x="2120" y="1067"/>
                    </a:lnTo>
                    <a:lnTo>
                      <a:pt x="2132" y="1063"/>
                    </a:lnTo>
                    <a:lnTo>
                      <a:pt x="2146" y="1062"/>
                    </a:lnTo>
                    <a:lnTo>
                      <a:pt x="2146" y="1062"/>
                    </a:lnTo>
                    <a:lnTo>
                      <a:pt x="2160" y="1063"/>
                    </a:lnTo>
                    <a:lnTo>
                      <a:pt x="2173" y="1067"/>
                    </a:lnTo>
                    <a:lnTo>
                      <a:pt x="2184" y="1073"/>
                    </a:lnTo>
                    <a:lnTo>
                      <a:pt x="2195" y="1081"/>
                    </a:lnTo>
                    <a:lnTo>
                      <a:pt x="2203" y="1092"/>
                    </a:lnTo>
                    <a:lnTo>
                      <a:pt x="2209" y="1103"/>
                    </a:lnTo>
                    <a:lnTo>
                      <a:pt x="2213" y="1116"/>
                    </a:lnTo>
                    <a:lnTo>
                      <a:pt x="2215" y="1130"/>
                    </a:lnTo>
                    <a:lnTo>
                      <a:pt x="2215" y="1736"/>
                    </a:lnTo>
                    <a:close/>
                    <a:moveTo>
                      <a:pt x="2501" y="1487"/>
                    </a:moveTo>
                    <a:lnTo>
                      <a:pt x="2501" y="1487"/>
                    </a:lnTo>
                    <a:lnTo>
                      <a:pt x="2500" y="1500"/>
                    </a:lnTo>
                    <a:lnTo>
                      <a:pt x="2496" y="1513"/>
                    </a:lnTo>
                    <a:lnTo>
                      <a:pt x="2490" y="1524"/>
                    </a:lnTo>
                    <a:lnTo>
                      <a:pt x="2482" y="1534"/>
                    </a:lnTo>
                    <a:lnTo>
                      <a:pt x="2471" y="1544"/>
                    </a:lnTo>
                    <a:lnTo>
                      <a:pt x="2460" y="1549"/>
                    </a:lnTo>
                    <a:lnTo>
                      <a:pt x="2447" y="1553"/>
                    </a:lnTo>
                    <a:lnTo>
                      <a:pt x="2433" y="1555"/>
                    </a:lnTo>
                    <a:lnTo>
                      <a:pt x="2433" y="1555"/>
                    </a:lnTo>
                    <a:lnTo>
                      <a:pt x="2419" y="1553"/>
                    </a:lnTo>
                    <a:lnTo>
                      <a:pt x="2407" y="1549"/>
                    </a:lnTo>
                    <a:lnTo>
                      <a:pt x="2394" y="1544"/>
                    </a:lnTo>
                    <a:lnTo>
                      <a:pt x="2384" y="1534"/>
                    </a:lnTo>
                    <a:lnTo>
                      <a:pt x="2376" y="1524"/>
                    </a:lnTo>
                    <a:lnTo>
                      <a:pt x="2369" y="1513"/>
                    </a:lnTo>
                    <a:lnTo>
                      <a:pt x="2366" y="1500"/>
                    </a:lnTo>
                    <a:lnTo>
                      <a:pt x="2365" y="1487"/>
                    </a:lnTo>
                    <a:lnTo>
                      <a:pt x="2365" y="881"/>
                    </a:lnTo>
                    <a:lnTo>
                      <a:pt x="2365" y="881"/>
                    </a:lnTo>
                    <a:lnTo>
                      <a:pt x="2366" y="867"/>
                    </a:lnTo>
                    <a:lnTo>
                      <a:pt x="2369" y="854"/>
                    </a:lnTo>
                    <a:lnTo>
                      <a:pt x="2376" y="843"/>
                    </a:lnTo>
                    <a:lnTo>
                      <a:pt x="2384" y="832"/>
                    </a:lnTo>
                    <a:lnTo>
                      <a:pt x="2394" y="823"/>
                    </a:lnTo>
                    <a:lnTo>
                      <a:pt x="2407" y="818"/>
                    </a:lnTo>
                    <a:lnTo>
                      <a:pt x="2419" y="814"/>
                    </a:lnTo>
                    <a:lnTo>
                      <a:pt x="2433" y="812"/>
                    </a:lnTo>
                    <a:lnTo>
                      <a:pt x="2433" y="812"/>
                    </a:lnTo>
                    <a:lnTo>
                      <a:pt x="2447" y="814"/>
                    </a:lnTo>
                    <a:lnTo>
                      <a:pt x="2460" y="818"/>
                    </a:lnTo>
                    <a:lnTo>
                      <a:pt x="2471" y="823"/>
                    </a:lnTo>
                    <a:lnTo>
                      <a:pt x="2482" y="832"/>
                    </a:lnTo>
                    <a:lnTo>
                      <a:pt x="2490" y="843"/>
                    </a:lnTo>
                    <a:lnTo>
                      <a:pt x="2496" y="854"/>
                    </a:lnTo>
                    <a:lnTo>
                      <a:pt x="2500" y="867"/>
                    </a:lnTo>
                    <a:lnTo>
                      <a:pt x="2501" y="881"/>
                    </a:lnTo>
                    <a:lnTo>
                      <a:pt x="2501" y="1487"/>
                    </a:lnTo>
                    <a:close/>
                    <a:moveTo>
                      <a:pt x="2788" y="1236"/>
                    </a:moveTo>
                    <a:lnTo>
                      <a:pt x="2788" y="1236"/>
                    </a:lnTo>
                    <a:lnTo>
                      <a:pt x="2787" y="1250"/>
                    </a:lnTo>
                    <a:lnTo>
                      <a:pt x="2783" y="1264"/>
                    </a:lnTo>
                    <a:lnTo>
                      <a:pt x="2777" y="1275"/>
                    </a:lnTo>
                    <a:lnTo>
                      <a:pt x="2769" y="1285"/>
                    </a:lnTo>
                    <a:lnTo>
                      <a:pt x="2758" y="1293"/>
                    </a:lnTo>
                    <a:lnTo>
                      <a:pt x="2747" y="1300"/>
                    </a:lnTo>
                    <a:lnTo>
                      <a:pt x="2734" y="1304"/>
                    </a:lnTo>
                    <a:lnTo>
                      <a:pt x="2720" y="1305"/>
                    </a:lnTo>
                    <a:lnTo>
                      <a:pt x="2720" y="1305"/>
                    </a:lnTo>
                    <a:lnTo>
                      <a:pt x="2706" y="1304"/>
                    </a:lnTo>
                    <a:lnTo>
                      <a:pt x="2694" y="1300"/>
                    </a:lnTo>
                    <a:lnTo>
                      <a:pt x="2681" y="1293"/>
                    </a:lnTo>
                    <a:lnTo>
                      <a:pt x="2671" y="1285"/>
                    </a:lnTo>
                    <a:lnTo>
                      <a:pt x="2663" y="1275"/>
                    </a:lnTo>
                    <a:lnTo>
                      <a:pt x="2657" y="1264"/>
                    </a:lnTo>
                    <a:lnTo>
                      <a:pt x="2653" y="1250"/>
                    </a:lnTo>
                    <a:lnTo>
                      <a:pt x="2652" y="1236"/>
                    </a:lnTo>
                    <a:lnTo>
                      <a:pt x="2652" y="631"/>
                    </a:lnTo>
                    <a:lnTo>
                      <a:pt x="2652" y="631"/>
                    </a:lnTo>
                    <a:lnTo>
                      <a:pt x="2653" y="617"/>
                    </a:lnTo>
                    <a:lnTo>
                      <a:pt x="2657" y="605"/>
                    </a:lnTo>
                    <a:lnTo>
                      <a:pt x="2663" y="592"/>
                    </a:lnTo>
                    <a:lnTo>
                      <a:pt x="2671" y="583"/>
                    </a:lnTo>
                    <a:lnTo>
                      <a:pt x="2681" y="574"/>
                    </a:lnTo>
                    <a:lnTo>
                      <a:pt x="2694" y="567"/>
                    </a:lnTo>
                    <a:lnTo>
                      <a:pt x="2706" y="564"/>
                    </a:lnTo>
                    <a:lnTo>
                      <a:pt x="2720" y="563"/>
                    </a:lnTo>
                    <a:lnTo>
                      <a:pt x="2720" y="563"/>
                    </a:lnTo>
                    <a:lnTo>
                      <a:pt x="2734" y="564"/>
                    </a:lnTo>
                    <a:lnTo>
                      <a:pt x="2747" y="567"/>
                    </a:lnTo>
                    <a:lnTo>
                      <a:pt x="2758" y="574"/>
                    </a:lnTo>
                    <a:lnTo>
                      <a:pt x="2769" y="583"/>
                    </a:lnTo>
                    <a:lnTo>
                      <a:pt x="2777" y="592"/>
                    </a:lnTo>
                    <a:lnTo>
                      <a:pt x="2783" y="605"/>
                    </a:lnTo>
                    <a:lnTo>
                      <a:pt x="2787" y="617"/>
                    </a:lnTo>
                    <a:lnTo>
                      <a:pt x="2788" y="631"/>
                    </a:lnTo>
                    <a:lnTo>
                      <a:pt x="2788" y="1236"/>
                    </a:lnTo>
                    <a:close/>
                    <a:moveTo>
                      <a:pt x="2876" y="198"/>
                    </a:moveTo>
                    <a:lnTo>
                      <a:pt x="2876" y="198"/>
                    </a:lnTo>
                    <a:lnTo>
                      <a:pt x="2871" y="206"/>
                    </a:lnTo>
                    <a:lnTo>
                      <a:pt x="2864" y="215"/>
                    </a:lnTo>
                    <a:lnTo>
                      <a:pt x="2857" y="222"/>
                    </a:lnTo>
                    <a:lnTo>
                      <a:pt x="2850" y="227"/>
                    </a:lnTo>
                    <a:lnTo>
                      <a:pt x="1585" y="1177"/>
                    </a:lnTo>
                    <a:lnTo>
                      <a:pt x="1585" y="1137"/>
                    </a:lnTo>
                    <a:lnTo>
                      <a:pt x="1585" y="1137"/>
                    </a:lnTo>
                    <a:lnTo>
                      <a:pt x="1584" y="1123"/>
                    </a:lnTo>
                    <a:lnTo>
                      <a:pt x="1579" y="1109"/>
                    </a:lnTo>
                    <a:lnTo>
                      <a:pt x="1574" y="1098"/>
                    </a:lnTo>
                    <a:lnTo>
                      <a:pt x="1565" y="1087"/>
                    </a:lnTo>
                    <a:lnTo>
                      <a:pt x="1565" y="1087"/>
                    </a:lnTo>
                    <a:lnTo>
                      <a:pt x="1554" y="1077"/>
                    </a:lnTo>
                    <a:lnTo>
                      <a:pt x="1540" y="1069"/>
                    </a:lnTo>
                    <a:lnTo>
                      <a:pt x="1533" y="1066"/>
                    </a:lnTo>
                    <a:lnTo>
                      <a:pt x="1526" y="1063"/>
                    </a:lnTo>
                    <a:lnTo>
                      <a:pt x="1518" y="1062"/>
                    </a:lnTo>
                    <a:lnTo>
                      <a:pt x="1510" y="1062"/>
                    </a:lnTo>
                    <a:lnTo>
                      <a:pt x="1565" y="1020"/>
                    </a:lnTo>
                    <a:lnTo>
                      <a:pt x="2737" y="145"/>
                    </a:lnTo>
                    <a:lnTo>
                      <a:pt x="2737" y="145"/>
                    </a:lnTo>
                    <a:lnTo>
                      <a:pt x="2759" y="131"/>
                    </a:lnTo>
                    <a:lnTo>
                      <a:pt x="2781" y="120"/>
                    </a:lnTo>
                    <a:lnTo>
                      <a:pt x="2802" y="120"/>
                    </a:lnTo>
                    <a:lnTo>
                      <a:pt x="2802" y="120"/>
                    </a:lnTo>
                    <a:lnTo>
                      <a:pt x="2818" y="121"/>
                    </a:lnTo>
                    <a:lnTo>
                      <a:pt x="2832" y="126"/>
                    </a:lnTo>
                    <a:lnTo>
                      <a:pt x="2844" y="133"/>
                    </a:lnTo>
                    <a:lnTo>
                      <a:pt x="2854" y="141"/>
                    </a:lnTo>
                    <a:lnTo>
                      <a:pt x="2864" y="152"/>
                    </a:lnTo>
                    <a:lnTo>
                      <a:pt x="2871" y="165"/>
                    </a:lnTo>
                    <a:lnTo>
                      <a:pt x="2875" y="179"/>
                    </a:lnTo>
                    <a:lnTo>
                      <a:pt x="2876" y="193"/>
                    </a:lnTo>
                    <a:lnTo>
                      <a:pt x="2876" y="1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aseline="-25000" dirty="0"/>
              </a:p>
            </p:txBody>
          </p:sp>
        </p:grpSp>
        <p:pic>
          <p:nvPicPr>
            <p:cNvPr id="5" name="Graphic 4" descr="Lightning bolt with solid fill">
              <a:extLst>
                <a:ext uri="{FF2B5EF4-FFF2-40B4-BE49-F238E27FC236}">
                  <a16:creationId xmlns:a16="http://schemas.microsoft.com/office/drawing/2014/main" id="{5F78AF2E-DCF9-C8CA-7E23-2BACD591F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7404" y="3688063"/>
              <a:ext cx="152513" cy="152513"/>
            </a:xfrm>
            <a:prstGeom prst="rect">
              <a:avLst/>
            </a:prstGeom>
          </p:spPr>
        </p:pic>
        <p:pic>
          <p:nvPicPr>
            <p:cNvPr id="7" name="Graphic 6" descr="Lightning bolt with solid fill">
              <a:extLst>
                <a:ext uri="{FF2B5EF4-FFF2-40B4-BE49-F238E27FC236}">
                  <a16:creationId xmlns:a16="http://schemas.microsoft.com/office/drawing/2014/main" id="{0FB8E815-1882-5280-B65C-D1A284664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70414" y="3539335"/>
              <a:ext cx="152513" cy="152513"/>
            </a:xfrm>
            <a:prstGeom prst="rect">
              <a:avLst/>
            </a:prstGeom>
          </p:spPr>
        </p:pic>
      </p:grp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D416CBB-A9DB-BB8D-7B4B-CD70CA129692}"/>
              </a:ext>
            </a:extLst>
          </p:cNvPr>
          <p:cNvCxnSpPr>
            <a:cxnSpLocks/>
          </p:cNvCxnSpPr>
          <p:nvPr/>
        </p:nvCxnSpPr>
        <p:spPr>
          <a:xfrm>
            <a:off x="8988884" y="3450984"/>
            <a:ext cx="475055" cy="175705"/>
          </a:xfrm>
          <a:prstGeom prst="bentConnector3">
            <a:avLst>
              <a:gd name="adj1" fmla="val 9565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8E0611-7282-5899-3ECE-D99E57D3EBF8}"/>
              </a:ext>
            </a:extLst>
          </p:cNvPr>
          <p:cNvSpPr txBox="1"/>
          <p:nvPr/>
        </p:nvSpPr>
        <p:spPr>
          <a:xfrm>
            <a:off x="7995917" y="4114662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GFL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57CB9B-2A88-E039-6C64-A2506C9EDBE8}"/>
              </a:ext>
            </a:extLst>
          </p:cNvPr>
          <p:cNvSpPr txBox="1"/>
          <p:nvPr/>
        </p:nvSpPr>
        <p:spPr>
          <a:xfrm>
            <a:off x="9335295" y="4134453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GFM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CE3E8CE-8DD2-50A5-29EF-5F5174A5A35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27869" y="3571273"/>
            <a:ext cx="224864" cy="34254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9FC7D3A-31D6-FE40-B6E0-B80C588C5E2D}"/>
              </a:ext>
            </a:extLst>
          </p:cNvPr>
          <p:cNvSpPr txBox="1"/>
          <p:nvPr/>
        </p:nvSpPr>
        <p:spPr>
          <a:xfrm>
            <a:off x="2611994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82CED4-1DFA-1F65-4DFA-B1BE0ABB6A42}"/>
              </a:ext>
            </a:extLst>
          </p:cNvPr>
          <p:cNvSpPr txBox="1"/>
          <p:nvPr/>
        </p:nvSpPr>
        <p:spPr>
          <a:xfrm>
            <a:off x="4012215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021239-47E5-0218-231F-83BC92E544ED}"/>
              </a:ext>
            </a:extLst>
          </p:cNvPr>
          <p:cNvSpPr txBox="1"/>
          <p:nvPr/>
        </p:nvSpPr>
        <p:spPr>
          <a:xfrm>
            <a:off x="4909410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8DFFEB7-A499-0A86-C7F2-5C924E4560B0}"/>
              </a:ext>
            </a:extLst>
          </p:cNvPr>
          <p:cNvSpPr txBox="1"/>
          <p:nvPr/>
        </p:nvSpPr>
        <p:spPr>
          <a:xfrm>
            <a:off x="7497969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1BAA49A-4682-D9BF-11EA-F519FC03908C}"/>
              </a:ext>
            </a:extLst>
          </p:cNvPr>
          <p:cNvSpPr txBox="1"/>
          <p:nvPr/>
        </p:nvSpPr>
        <p:spPr>
          <a:xfrm>
            <a:off x="6203107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46351BF-8AA4-1B0C-869E-7E62A23C60CF}"/>
              </a:ext>
            </a:extLst>
          </p:cNvPr>
          <p:cNvSpPr txBox="1"/>
          <p:nvPr/>
        </p:nvSpPr>
        <p:spPr>
          <a:xfrm>
            <a:off x="8812195" y="2429150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05566E0-2287-3229-B521-876F45499D58}"/>
              </a:ext>
            </a:extLst>
          </p:cNvPr>
          <p:cNvSpPr/>
          <p:nvPr/>
        </p:nvSpPr>
        <p:spPr>
          <a:xfrm>
            <a:off x="5680235" y="3097597"/>
            <a:ext cx="329880" cy="1455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50E1AED-05EA-601C-888F-3A4420A8BA77}"/>
              </a:ext>
            </a:extLst>
          </p:cNvPr>
          <p:cNvCxnSpPr>
            <a:cxnSpLocks/>
          </p:cNvCxnSpPr>
          <p:nvPr/>
        </p:nvCxnSpPr>
        <p:spPr>
          <a:xfrm flipV="1">
            <a:off x="5657232" y="3038663"/>
            <a:ext cx="291296" cy="149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37">
            <a:extLst>
              <a:ext uri="{FF2B5EF4-FFF2-40B4-BE49-F238E27FC236}">
                <a16:creationId xmlns:a16="http://schemas.microsoft.com/office/drawing/2014/main" id="{9584B6AA-81A1-D604-F14C-76B2E41CA24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28155" y="3593116"/>
            <a:ext cx="469900" cy="468312"/>
            <a:chOff x="3578" y="743"/>
            <a:chExt cx="296" cy="295"/>
          </a:xfrm>
          <a:solidFill>
            <a:schemeClr val="tx1"/>
          </a:solidFill>
        </p:grpSpPr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3BF64455-00F9-AA34-1FB5-A97FB9E1A5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8" y="743"/>
              <a:ext cx="296" cy="295"/>
            </a:xfrm>
            <a:custGeom>
              <a:avLst/>
              <a:gdLst>
                <a:gd name="T0" fmla="*/ 460 w 592"/>
                <a:gd name="T1" fmla="*/ 495 h 590"/>
                <a:gd name="T2" fmla="*/ 395 w 592"/>
                <a:gd name="T3" fmla="*/ 534 h 590"/>
                <a:gd name="T4" fmla="*/ 321 w 592"/>
                <a:gd name="T5" fmla="*/ 552 h 590"/>
                <a:gd name="T6" fmla="*/ 271 w 592"/>
                <a:gd name="T7" fmla="*/ 552 h 590"/>
                <a:gd name="T8" fmla="*/ 197 w 592"/>
                <a:gd name="T9" fmla="*/ 534 h 590"/>
                <a:gd name="T10" fmla="*/ 132 w 592"/>
                <a:gd name="T11" fmla="*/ 495 h 590"/>
                <a:gd name="T12" fmla="*/ 96 w 592"/>
                <a:gd name="T13" fmla="*/ 458 h 590"/>
                <a:gd name="T14" fmla="*/ 57 w 592"/>
                <a:gd name="T15" fmla="*/ 394 h 590"/>
                <a:gd name="T16" fmla="*/ 39 w 592"/>
                <a:gd name="T17" fmla="*/ 321 h 590"/>
                <a:gd name="T18" fmla="*/ 39 w 592"/>
                <a:gd name="T19" fmla="*/ 269 h 590"/>
                <a:gd name="T20" fmla="*/ 57 w 592"/>
                <a:gd name="T21" fmla="*/ 196 h 590"/>
                <a:gd name="T22" fmla="*/ 96 w 592"/>
                <a:gd name="T23" fmla="*/ 131 h 590"/>
                <a:gd name="T24" fmla="*/ 132 w 592"/>
                <a:gd name="T25" fmla="*/ 95 h 590"/>
                <a:gd name="T26" fmla="*/ 197 w 592"/>
                <a:gd name="T27" fmla="*/ 56 h 590"/>
                <a:gd name="T28" fmla="*/ 271 w 592"/>
                <a:gd name="T29" fmla="*/ 37 h 590"/>
                <a:gd name="T30" fmla="*/ 321 w 592"/>
                <a:gd name="T31" fmla="*/ 37 h 590"/>
                <a:gd name="T32" fmla="*/ 395 w 592"/>
                <a:gd name="T33" fmla="*/ 56 h 590"/>
                <a:gd name="T34" fmla="*/ 460 w 592"/>
                <a:gd name="T35" fmla="*/ 95 h 590"/>
                <a:gd name="T36" fmla="*/ 496 w 592"/>
                <a:gd name="T37" fmla="*/ 131 h 590"/>
                <a:gd name="T38" fmla="*/ 535 w 592"/>
                <a:gd name="T39" fmla="*/ 196 h 590"/>
                <a:gd name="T40" fmla="*/ 553 w 592"/>
                <a:gd name="T41" fmla="*/ 269 h 590"/>
                <a:gd name="T42" fmla="*/ 553 w 592"/>
                <a:gd name="T43" fmla="*/ 321 h 590"/>
                <a:gd name="T44" fmla="*/ 535 w 592"/>
                <a:gd name="T45" fmla="*/ 394 h 590"/>
                <a:gd name="T46" fmla="*/ 496 w 592"/>
                <a:gd name="T47" fmla="*/ 458 h 590"/>
                <a:gd name="T48" fmla="*/ 296 w 592"/>
                <a:gd name="T49" fmla="*/ 0 h 590"/>
                <a:gd name="T50" fmla="*/ 266 w 592"/>
                <a:gd name="T51" fmla="*/ 1 h 590"/>
                <a:gd name="T52" fmla="*/ 223 w 592"/>
                <a:gd name="T53" fmla="*/ 10 h 590"/>
                <a:gd name="T54" fmla="*/ 155 w 592"/>
                <a:gd name="T55" fmla="*/ 35 h 590"/>
                <a:gd name="T56" fmla="*/ 87 w 592"/>
                <a:gd name="T57" fmla="*/ 87 h 590"/>
                <a:gd name="T58" fmla="*/ 36 w 592"/>
                <a:gd name="T59" fmla="*/ 154 h 590"/>
                <a:gd name="T60" fmla="*/ 10 w 592"/>
                <a:gd name="T61" fmla="*/ 221 h 590"/>
                <a:gd name="T62" fmla="*/ 2 w 592"/>
                <a:gd name="T63" fmla="*/ 264 h 590"/>
                <a:gd name="T64" fmla="*/ 0 w 592"/>
                <a:gd name="T65" fmla="*/ 294 h 590"/>
                <a:gd name="T66" fmla="*/ 4 w 592"/>
                <a:gd name="T67" fmla="*/ 340 h 590"/>
                <a:gd name="T68" fmla="*/ 14 w 592"/>
                <a:gd name="T69" fmla="*/ 382 h 590"/>
                <a:gd name="T70" fmla="*/ 51 w 592"/>
                <a:gd name="T71" fmla="*/ 460 h 590"/>
                <a:gd name="T72" fmla="*/ 108 w 592"/>
                <a:gd name="T73" fmla="*/ 523 h 590"/>
                <a:gd name="T74" fmla="*/ 180 w 592"/>
                <a:gd name="T75" fmla="*/ 567 h 590"/>
                <a:gd name="T76" fmla="*/ 237 w 592"/>
                <a:gd name="T77" fmla="*/ 584 h 590"/>
                <a:gd name="T78" fmla="*/ 280 w 592"/>
                <a:gd name="T79" fmla="*/ 590 h 590"/>
                <a:gd name="T80" fmla="*/ 312 w 592"/>
                <a:gd name="T81" fmla="*/ 590 h 590"/>
                <a:gd name="T82" fmla="*/ 356 w 592"/>
                <a:gd name="T83" fmla="*/ 584 h 590"/>
                <a:gd name="T84" fmla="*/ 412 w 592"/>
                <a:gd name="T85" fmla="*/ 567 h 590"/>
                <a:gd name="T86" fmla="*/ 484 w 592"/>
                <a:gd name="T87" fmla="*/ 523 h 590"/>
                <a:gd name="T88" fmla="*/ 541 w 592"/>
                <a:gd name="T89" fmla="*/ 460 h 590"/>
                <a:gd name="T90" fmla="*/ 579 w 592"/>
                <a:gd name="T91" fmla="*/ 382 h 590"/>
                <a:gd name="T92" fmla="*/ 588 w 592"/>
                <a:gd name="T93" fmla="*/ 340 h 590"/>
                <a:gd name="T94" fmla="*/ 592 w 592"/>
                <a:gd name="T95" fmla="*/ 294 h 590"/>
                <a:gd name="T96" fmla="*/ 590 w 592"/>
                <a:gd name="T97" fmla="*/ 264 h 590"/>
                <a:gd name="T98" fmla="*/ 582 w 592"/>
                <a:gd name="T99" fmla="*/ 221 h 590"/>
                <a:gd name="T100" fmla="*/ 556 w 592"/>
                <a:gd name="T101" fmla="*/ 154 h 590"/>
                <a:gd name="T102" fmla="*/ 505 w 592"/>
                <a:gd name="T103" fmla="*/ 87 h 590"/>
                <a:gd name="T104" fmla="*/ 437 w 592"/>
                <a:gd name="T105" fmla="*/ 35 h 590"/>
                <a:gd name="T106" fmla="*/ 369 w 592"/>
                <a:gd name="T107" fmla="*/ 10 h 590"/>
                <a:gd name="T108" fmla="*/ 326 w 592"/>
                <a:gd name="T109" fmla="*/ 1 h 590"/>
                <a:gd name="T110" fmla="*/ 296 w 592"/>
                <a:gd name="T111" fmla="*/ 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92" h="590">
                  <a:moveTo>
                    <a:pt x="479" y="477"/>
                  </a:moveTo>
                  <a:lnTo>
                    <a:pt x="479" y="477"/>
                  </a:lnTo>
                  <a:lnTo>
                    <a:pt x="460" y="495"/>
                  </a:lnTo>
                  <a:lnTo>
                    <a:pt x="439" y="509"/>
                  </a:lnTo>
                  <a:lnTo>
                    <a:pt x="418" y="523"/>
                  </a:lnTo>
                  <a:lnTo>
                    <a:pt x="395" y="534"/>
                  </a:lnTo>
                  <a:lnTo>
                    <a:pt x="372" y="542"/>
                  </a:lnTo>
                  <a:lnTo>
                    <a:pt x="347" y="548"/>
                  </a:lnTo>
                  <a:lnTo>
                    <a:pt x="321" y="552"/>
                  </a:lnTo>
                  <a:lnTo>
                    <a:pt x="296" y="553"/>
                  </a:lnTo>
                  <a:lnTo>
                    <a:pt x="296" y="553"/>
                  </a:lnTo>
                  <a:lnTo>
                    <a:pt x="271" y="552"/>
                  </a:lnTo>
                  <a:lnTo>
                    <a:pt x="245" y="548"/>
                  </a:lnTo>
                  <a:lnTo>
                    <a:pt x="220" y="542"/>
                  </a:lnTo>
                  <a:lnTo>
                    <a:pt x="197" y="534"/>
                  </a:lnTo>
                  <a:lnTo>
                    <a:pt x="174" y="523"/>
                  </a:lnTo>
                  <a:lnTo>
                    <a:pt x="153" y="509"/>
                  </a:lnTo>
                  <a:lnTo>
                    <a:pt x="132" y="495"/>
                  </a:lnTo>
                  <a:lnTo>
                    <a:pt x="113" y="477"/>
                  </a:lnTo>
                  <a:lnTo>
                    <a:pt x="113" y="477"/>
                  </a:lnTo>
                  <a:lnTo>
                    <a:pt x="96" y="458"/>
                  </a:lnTo>
                  <a:lnTo>
                    <a:pt x="81" y="437"/>
                  </a:lnTo>
                  <a:lnTo>
                    <a:pt x="67" y="417"/>
                  </a:lnTo>
                  <a:lnTo>
                    <a:pt x="57" y="394"/>
                  </a:lnTo>
                  <a:lnTo>
                    <a:pt x="48" y="370"/>
                  </a:lnTo>
                  <a:lnTo>
                    <a:pt x="42" y="346"/>
                  </a:lnTo>
                  <a:lnTo>
                    <a:pt x="39" y="321"/>
                  </a:lnTo>
                  <a:lnTo>
                    <a:pt x="37" y="294"/>
                  </a:lnTo>
                  <a:lnTo>
                    <a:pt x="37" y="294"/>
                  </a:lnTo>
                  <a:lnTo>
                    <a:pt x="39" y="269"/>
                  </a:lnTo>
                  <a:lnTo>
                    <a:pt x="42" y="244"/>
                  </a:lnTo>
                  <a:lnTo>
                    <a:pt x="48" y="220"/>
                  </a:lnTo>
                  <a:lnTo>
                    <a:pt x="57" y="196"/>
                  </a:lnTo>
                  <a:lnTo>
                    <a:pt x="67" y="173"/>
                  </a:lnTo>
                  <a:lnTo>
                    <a:pt x="81" y="151"/>
                  </a:lnTo>
                  <a:lnTo>
                    <a:pt x="96" y="131"/>
                  </a:lnTo>
                  <a:lnTo>
                    <a:pt x="113" y="112"/>
                  </a:lnTo>
                  <a:lnTo>
                    <a:pt x="113" y="112"/>
                  </a:lnTo>
                  <a:lnTo>
                    <a:pt x="132" y="95"/>
                  </a:lnTo>
                  <a:lnTo>
                    <a:pt x="153" y="79"/>
                  </a:lnTo>
                  <a:lnTo>
                    <a:pt x="174" y="67"/>
                  </a:lnTo>
                  <a:lnTo>
                    <a:pt x="197" y="56"/>
                  </a:lnTo>
                  <a:lnTo>
                    <a:pt x="220" y="48"/>
                  </a:lnTo>
                  <a:lnTo>
                    <a:pt x="245" y="42"/>
                  </a:lnTo>
                  <a:lnTo>
                    <a:pt x="271" y="37"/>
                  </a:lnTo>
                  <a:lnTo>
                    <a:pt x="296" y="36"/>
                  </a:lnTo>
                  <a:lnTo>
                    <a:pt x="296" y="36"/>
                  </a:lnTo>
                  <a:lnTo>
                    <a:pt x="321" y="37"/>
                  </a:lnTo>
                  <a:lnTo>
                    <a:pt x="347" y="42"/>
                  </a:lnTo>
                  <a:lnTo>
                    <a:pt x="372" y="48"/>
                  </a:lnTo>
                  <a:lnTo>
                    <a:pt x="395" y="56"/>
                  </a:lnTo>
                  <a:lnTo>
                    <a:pt x="418" y="67"/>
                  </a:lnTo>
                  <a:lnTo>
                    <a:pt x="439" y="79"/>
                  </a:lnTo>
                  <a:lnTo>
                    <a:pt x="460" y="95"/>
                  </a:lnTo>
                  <a:lnTo>
                    <a:pt x="479" y="112"/>
                  </a:lnTo>
                  <a:lnTo>
                    <a:pt x="479" y="112"/>
                  </a:lnTo>
                  <a:lnTo>
                    <a:pt x="496" y="131"/>
                  </a:lnTo>
                  <a:lnTo>
                    <a:pt x="511" y="151"/>
                  </a:lnTo>
                  <a:lnTo>
                    <a:pt x="525" y="173"/>
                  </a:lnTo>
                  <a:lnTo>
                    <a:pt x="535" y="196"/>
                  </a:lnTo>
                  <a:lnTo>
                    <a:pt x="544" y="220"/>
                  </a:lnTo>
                  <a:lnTo>
                    <a:pt x="550" y="244"/>
                  </a:lnTo>
                  <a:lnTo>
                    <a:pt x="553" y="269"/>
                  </a:lnTo>
                  <a:lnTo>
                    <a:pt x="555" y="294"/>
                  </a:lnTo>
                  <a:lnTo>
                    <a:pt x="555" y="294"/>
                  </a:lnTo>
                  <a:lnTo>
                    <a:pt x="553" y="321"/>
                  </a:lnTo>
                  <a:lnTo>
                    <a:pt x="550" y="346"/>
                  </a:lnTo>
                  <a:lnTo>
                    <a:pt x="544" y="370"/>
                  </a:lnTo>
                  <a:lnTo>
                    <a:pt x="535" y="394"/>
                  </a:lnTo>
                  <a:lnTo>
                    <a:pt x="525" y="417"/>
                  </a:lnTo>
                  <a:lnTo>
                    <a:pt x="511" y="437"/>
                  </a:lnTo>
                  <a:lnTo>
                    <a:pt x="496" y="458"/>
                  </a:lnTo>
                  <a:lnTo>
                    <a:pt x="479" y="477"/>
                  </a:lnTo>
                  <a:lnTo>
                    <a:pt x="479" y="477"/>
                  </a:lnTo>
                  <a:close/>
                  <a:moveTo>
                    <a:pt x="296" y="0"/>
                  </a:moveTo>
                  <a:lnTo>
                    <a:pt x="296" y="0"/>
                  </a:lnTo>
                  <a:lnTo>
                    <a:pt x="280" y="0"/>
                  </a:lnTo>
                  <a:lnTo>
                    <a:pt x="266" y="1"/>
                  </a:lnTo>
                  <a:lnTo>
                    <a:pt x="251" y="4"/>
                  </a:lnTo>
                  <a:lnTo>
                    <a:pt x="237" y="6"/>
                  </a:lnTo>
                  <a:lnTo>
                    <a:pt x="223" y="10"/>
                  </a:lnTo>
                  <a:lnTo>
                    <a:pt x="208" y="13"/>
                  </a:lnTo>
                  <a:lnTo>
                    <a:pt x="180" y="23"/>
                  </a:lnTo>
                  <a:lnTo>
                    <a:pt x="155" y="35"/>
                  </a:lnTo>
                  <a:lnTo>
                    <a:pt x="131" y="50"/>
                  </a:lnTo>
                  <a:lnTo>
                    <a:pt x="108" y="67"/>
                  </a:lnTo>
                  <a:lnTo>
                    <a:pt x="87" y="87"/>
                  </a:lnTo>
                  <a:lnTo>
                    <a:pt x="69" y="107"/>
                  </a:lnTo>
                  <a:lnTo>
                    <a:pt x="51" y="130"/>
                  </a:lnTo>
                  <a:lnTo>
                    <a:pt x="36" y="154"/>
                  </a:lnTo>
                  <a:lnTo>
                    <a:pt x="24" y="180"/>
                  </a:lnTo>
                  <a:lnTo>
                    <a:pt x="14" y="207"/>
                  </a:lnTo>
                  <a:lnTo>
                    <a:pt x="10" y="221"/>
                  </a:lnTo>
                  <a:lnTo>
                    <a:pt x="6" y="236"/>
                  </a:lnTo>
                  <a:lnTo>
                    <a:pt x="4" y="250"/>
                  </a:lnTo>
                  <a:lnTo>
                    <a:pt x="2" y="264"/>
                  </a:lnTo>
                  <a:lnTo>
                    <a:pt x="1" y="280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1" y="310"/>
                  </a:lnTo>
                  <a:lnTo>
                    <a:pt x="2" y="324"/>
                  </a:lnTo>
                  <a:lnTo>
                    <a:pt x="4" y="340"/>
                  </a:lnTo>
                  <a:lnTo>
                    <a:pt x="6" y="354"/>
                  </a:lnTo>
                  <a:lnTo>
                    <a:pt x="10" y="369"/>
                  </a:lnTo>
                  <a:lnTo>
                    <a:pt x="14" y="382"/>
                  </a:lnTo>
                  <a:lnTo>
                    <a:pt x="24" y="410"/>
                  </a:lnTo>
                  <a:lnTo>
                    <a:pt x="36" y="435"/>
                  </a:lnTo>
                  <a:lnTo>
                    <a:pt x="51" y="460"/>
                  </a:lnTo>
                  <a:lnTo>
                    <a:pt x="69" y="482"/>
                  </a:lnTo>
                  <a:lnTo>
                    <a:pt x="87" y="503"/>
                  </a:lnTo>
                  <a:lnTo>
                    <a:pt x="108" y="523"/>
                  </a:lnTo>
                  <a:lnTo>
                    <a:pt x="131" y="540"/>
                  </a:lnTo>
                  <a:lnTo>
                    <a:pt x="155" y="554"/>
                  </a:lnTo>
                  <a:lnTo>
                    <a:pt x="180" y="567"/>
                  </a:lnTo>
                  <a:lnTo>
                    <a:pt x="208" y="577"/>
                  </a:lnTo>
                  <a:lnTo>
                    <a:pt x="223" y="580"/>
                  </a:lnTo>
                  <a:lnTo>
                    <a:pt x="237" y="584"/>
                  </a:lnTo>
                  <a:lnTo>
                    <a:pt x="251" y="586"/>
                  </a:lnTo>
                  <a:lnTo>
                    <a:pt x="266" y="589"/>
                  </a:lnTo>
                  <a:lnTo>
                    <a:pt x="280" y="590"/>
                  </a:lnTo>
                  <a:lnTo>
                    <a:pt x="296" y="590"/>
                  </a:lnTo>
                  <a:lnTo>
                    <a:pt x="296" y="590"/>
                  </a:lnTo>
                  <a:lnTo>
                    <a:pt x="312" y="590"/>
                  </a:lnTo>
                  <a:lnTo>
                    <a:pt x="326" y="589"/>
                  </a:lnTo>
                  <a:lnTo>
                    <a:pt x="341" y="586"/>
                  </a:lnTo>
                  <a:lnTo>
                    <a:pt x="356" y="584"/>
                  </a:lnTo>
                  <a:lnTo>
                    <a:pt x="369" y="580"/>
                  </a:lnTo>
                  <a:lnTo>
                    <a:pt x="384" y="577"/>
                  </a:lnTo>
                  <a:lnTo>
                    <a:pt x="412" y="567"/>
                  </a:lnTo>
                  <a:lnTo>
                    <a:pt x="437" y="554"/>
                  </a:lnTo>
                  <a:lnTo>
                    <a:pt x="461" y="540"/>
                  </a:lnTo>
                  <a:lnTo>
                    <a:pt x="484" y="523"/>
                  </a:lnTo>
                  <a:lnTo>
                    <a:pt x="505" y="503"/>
                  </a:lnTo>
                  <a:lnTo>
                    <a:pt x="523" y="482"/>
                  </a:lnTo>
                  <a:lnTo>
                    <a:pt x="541" y="460"/>
                  </a:lnTo>
                  <a:lnTo>
                    <a:pt x="556" y="435"/>
                  </a:lnTo>
                  <a:lnTo>
                    <a:pt x="568" y="410"/>
                  </a:lnTo>
                  <a:lnTo>
                    <a:pt x="579" y="382"/>
                  </a:lnTo>
                  <a:lnTo>
                    <a:pt x="582" y="369"/>
                  </a:lnTo>
                  <a:lnTo>
                    <a:pt x="586" y="354"/>
                  </a:lnTo>
                  <a:lnTo>
                    <a:pt x="588" y="340"/>
                  </a:lnTo>
                  <a:lnTo>
                    <a:pt x="590" y="324"/>
                  </a:lnTo>
                  <a:lnTo>
                    <a:pt x="591" y="310"/>
                  </a:lnTo>
                  <a:lnTo>
                    <a:pt x="592" y="294"/>
                  </a:lnTo>
                  <a:lnTo>
                    <a:pt x="592" y="294"/>
                  </a:lnTo>
                  <a:lnTo>
                    <a:pt x="591" y="280"/>
                  </a:lnTo>
                  <a:lnTo>
                    <a:pt x="590" y="264"/>
                  </a:lnTo>
                  <a:lnTo>
                    <a:pt x="588" y="250"/>
                  </a:lnTo>
                  <a:lnTo>
                    <a:pt x="586" y="236"/>
                  </a:lnTo>
                  <a:lnTo>
                    <a:pt x="582" y="221"/>
                  </a:lnTo>
                  <a:lnTo>
                    <a:pt x="579" y="207"/>
                  </a:lnTo>
                  <a:lnTo>
                    <a:pt x="568" y="180"/>
                  </a:lnTo>
                  <a:lnTo>
                    <a:pt x="556" y="154"/>
                  </a:lnTo>
                  <a:lnTo>
                    <a:pt x="541" y="130"/>
                  </a:lnTo>
                  <a:lnTo>
                    <a:pt x="523" y="107"/>
                  </a:lnTo>
                  <a:lnTo>
                    <a:pt x="505" y="87"/>
                  </a:lnTo>
                  <a:lnTo>
                    <a:pt x="484" y="67"/>
                  </a:lnTo>
                  <a:lnTo>
                    <a:pt x="461" y="50"/>
                  </a:lnTo>
                  <a:lnTo>
                    <a:pt x="437" y="35"/>
                  </a:lnTo>
                  <a:lnTo>
                    <a:pt x="412" y="23"/>
                  </a:lnTo>
                  <a:lnTo>
                    <a:pt x="384" y="13"/>
                  </a:lnTo>
                  <a:lnTo>
                    <a:pt x="369" y="10"/>
                  </a:lnTo>
                  <a:lnTo>
                    <a:pt x="356" y="6"/>
                  </a:lnTo>
                  <a:lnTo>
                    <a:pt x="341" y="4"/>
                  </a:lnTo>
                  <a:lnTo>
                    <a:pt x="326" y="1"/>
                  </a:lnTo>
                  <a:lnTo>
                    <a:pt x="312" y="0"/>
                  </a:lnTo>
                  <a:lnTo>
                    <a:pt x="296" y="0"/>
                  </a:lnTo>
                  <a:lnTo>
                    <a:pt x="29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39">
              <a:extLst>
                <a:ext uri="{FF2B5EF4-FFF2-40B4-BE49-F238E27FC236}">
                  <a16:creationId xmlns:a16="http://schemas.microsoft.com/office/drawing/2014/main" id="{CA99A43D-282C-770F-E30F-A27A62F2BF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" y="771"/>
              <a:ext cx="238" cy="238"/>
            </a:xfrm>
            <a:custGeom>
              <a:avLst/>
              <a:gdLst>
                <a:gd name="T0" fmla="*/ 440 w 476"/>
                <a:gd name="T1" fmla="*/ 238 h 476"/>
                <a:gd name="T2" fmla="*/ 438 w 476"/>
                <a:gd name="T3" fmla="*/ 270 h 476"/>
                <a:gd name="T4" fmla="*/ 431 w 476"/>
                <a:gd name="T5" fmla="*/ 300 h 476"/>
                <a:gd name="T6" fmla="*/ 400 w 476"/>
                <a:gd name="T7" fmla="*/ 357 h 476"/>
                <a:gd name="T8" fmla="*/ 375 w 476"/>
                <a:gd name="T9" fmla="*/ 386 h 476"/>
                <a:gd name="T10" fmla="*/ 331 w 476"/>
                <a:gd name="T11" fmla="*/ 417 h 476"/>
                <a:gd name="T12" fmla="*/ 291 w 476"/>
                <a:gd name="T13" fmla="*/ 433 h 476"/>
                <a:gd name="T14" fmla="*/ 248 w 476"/>
                <a:gd name="T15" fmla="*/ 440 h 476"/>
                <a:gd name="T16" fmla="*/ 222 w 476"/>
                <a:gd name="T17" fmla="*/ 439 h 476"/>
                <a:gd name="T18" fmla="*/ 177 w 476"/>
                <a:gd name="T19" fmla="*/ 431 h 476"/>
                <a:gd name="T20" fmla="*/ 137 w 476"/>
                <a:gd name="T21" fmla="*/ 413 h 476"/>
                <a:gd name="T22" fmla="*/ 103 w 476"/>
                <a:gd name="T23" fmla="*/ 389 h 476"/>
                <a:gd name="T24" fmla="*/ 68 w 476"/>
                <a:gd name="T25" fmla="*/ 347 h 476"/>
                <a:gd name="T26" fmla="*/ 50 w 476"/>
                <a:gd name="T27" fmla="*/ 312 h 476"/>
                <a:gd name="T28" fmla="*/ 37 w 476"/>
                <a:gd name="T29" fmla="*/ 249 h 476"/>
                <a:gd name="T30" fmla="*/ 37 w 476"/>
                <a:gd name="T31" fmla="*/ 238 h 476"/>
                <a:gd name="T32" fmla="*/ 42 w 476"/>
                <a:gd name="T33" fmla="*/ 193 h 476"/>
                <a:gd name="T34" fmla="*/ 54 w 476"/>
                <a:gd name="T35" fmla="*/ 157 h 476"/>
                <a:gd name="T36" fmla="*/ 89 w 476"/>
                <a:gd name="T37" fmla="*/ 104 h 476"/>
                <a:gd name="T38" fmla="*/ 115 w 476"/>
                <a:gd name="T39" fmla="*/ 80 h 476"/>
                <a:gd name="T40" fmla="*/ 145 w 476"/>
                <a:gd name="T41" fmla="*/ 59 h 476"/>
                <a:gd name="T42" fmla="*/ 207 w 476"/>
                <a:gd name="T43" fmla="*/ 40 h 476"/>
                <a:gd name="T44" fmla="*/ 238 w 476"/>
                <a:gd name="T45" fmla="*/ 38 h 476"/>
                <a:gd name="T46" fmla="*/ 269 w 476"/>
                <a:gd name="T47" fmla="*/ 40 h 476"/>
                <a:gd name="T48" fmla="*/ 299 w 476"/>
                <a:gd name="T49" fmla="*/ 47 h 476"/>
                <a:gd name="T50" fmla="*/ 357 w 476"/>
                <a:gd name="T51" fmla="*/ 76 h 476"/>
                <a:gd name="T52" fmla="*/ 386 w 476"/>
                <a:gd name="T53" fmla="*/ 103 h 476"/>
                <a:gd name="T54" fmla="*/ 417 w 476"/>
                <a:gd name="T55" fmla="*/ 146 h 476"/>
                <a:gd name="T56" fmla="*/ 433 w 476"/>
                <a:gd name="T57" fmla="*/ 186 h 476"/>
                <a:gd name="T58" fmla="*/ 439 w 476"/>
                <a:gd name="T59" fmla="*/ 229 h 476"/>
                <a:gd name="T60" fmla="*/ 214 w 476"/>
                <a:gd name="T61" fmla="*/ 2 h 476"/>
                <a:gd name="T62" fmla="*/ 147 w 476"/>
                <a:gd name="T63" fmla="*/ 19 h 476"/>
                <a:gd name="T64" fmla="*/ 88 w 476"/>
                <a:gd name="T65" fmla="*/ 55 h 476"/>
                <a:gd name="T66" fmla="*/ 54 w 476"/>
                <a:gd name="T67" fmla="*/ 88 h 476"/>
                <a:gd name="T68" fmla="*/ 18 w 476"/>
                <a:gd name="T69" fmla="*/ 147 h 476"/>
                <a:gd name="T70" fmla="*/ 1 w 476"/>
                <a:gd name="T71" fmla="*/ 216 h 476"/>
                <a:gd name="T72" fmla="*/ 1 w 476"/>
                <a:gd name="T73" fmla="*/ 262 h 476"/>
                <a:gd name="T74" fmla="*/ 18 w 476"/>
                <a:gd name="T75" fmla="*/ 330 h 476"/>
                <a:gd name="T76" fmla="*/ 54 w 476"/>
                <a:gd name="T77" fmla="*/ 390 h 476"/>
                <a:gd name="T78" fmla="*/ 88 w 476"/>
                <a:gd name="T79" fmla="*/ 423 h 476"/>
                <a:gd name="T80" fmla="*/ 147 w 476"/>
                <a:gd name="T81" fmla="*/ 458 h 476"/>
                <a:gd name="T82" fmla="*/ 214 w 476"/>
                <a:gd name="T83" fmla="*/ 475 h 476"/>
                <a:gd name="T84" fmla="*/ 262 w 476"/>
                <a:gd name="T85" fmla="*/ 475 h 476"/>
                <a:gd name="T86" fmla="*/ 329 w 476"/>
                <a:gd name="T87" fmla="*/ 458 h 476"/>
                <a:gd name="T88" fmla="*/ 390 w 476"/>
                <a:gd name="T89" fmla="*/ 423 h 476"/>
                <a:gd name="T90" fmla="*/ 422 w 476"/>
                <a:gd name="T91" fmla="*/ 390 h 476"/>
                <a:gd name="T92" fmla="*/ 458 w 476"/>
                <a:gd name="T93" fmla="*/ 330 h 476"/>
                <a:gd name="T94" fmla="*/ 475 w 476"/>
                <a:gd name="T95" fmla="*/ 262 h 476"/>
                <a:gd name="T96" fmla="*/ 475 w 476"/>
                <a:gd name="T97" fmla="*/ 216 h 476"/>
                <a:gd name="T98" fmla="*/ 458 w 476"/>
                <a:gd name="T99" fmla="*/ 147 h 476"/>
                <a:gd name="T100" fmla="*/ 422 w 476"/>
                <a:gd name="T101" fmla="*/ 88 h 476"/>
                <a:gd name="T102" fmla="*/ 390 w 476"/>
                <a:gd name="T103" fmla="*/ 55 h 476"/>
                <a:gd name="T104" fmla="*/ 329 w 476"/>
                <a:gd name="T105" fmla="*/ 19 h 476"/>
                <a:gd name="T106" fmla="*/ 262 w 476"/>
                <a:gd name="T107" fmla="*/ 2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76" h="476">
                  <a:moveTo>
                    <a:pt x="439" y="229"/>
                  </a:moveTo>
                  <a:lnTo>
                    <a:pt x="439" y="229"/>
                  </a:lnTo>
                  <a:lnTo>
                    <a:pt x="440" y="238"/>
                  </a:lnTo>
                  <a:lnTo>
                    <a:pt x="440" y="238"/>
                  </a:lnTo>
                  <a:lnTo>
                    <a:pt x="439" y="255"/>
                  </a:lnTo>
                  <a:lnTo>
                    <a:pt x="438" y="270"/>
                  </a:lnTo>
                  <a:lnTo>
                    <a:pt x="434" y="285"/>
                  </a:lnTo>
                  <a:lnTo>
                    <a:pt x="431" y="300"/>
                  </a:lnTo>
                  <a:lnTo>
                    <a:pt x="431" y="300"/>
                  </a:lnTo>
                  <a:lnTo>
                    <a:pt x="422" y="320"/>
                  </a:lnTo>
                  <a:lnTo>
                    <a:pt x="412" y="339"/>
                  </a:lnTo>
                  <a:lnTo>
                    <a:pt x="400" y="357"/>
                  </a:lnTo>
                  <a:lnTo>
                    <a:pt x="387" y="374"/>
                  </a:lnTo>
                  <a:lnTo>
                    <a:pt x="387" y="374"/>
                  </a:lnTo>
                  <a:lnTo>
                    <a:pt x="375" y="386"/>
                  </a:lnTo>
                  <a:lnTo>
                    <a:pt x="361" y="398"/>
                  </a:lnTo>
                  <a:lnTo>
                    <a:pt x="346" y="409"/>
                  </a:lnTo>
                  <a:lnTo>
                    <a:pt x="331" y="417"/>
                  </a:lnTo>
                  <a:lnTo>
                    <a:pt x="331" y="417"/>
                  </a:lnTo>
                  <a:lnTo>
                    <a:pt x="311" y="426"/>
                  </a:lnTo>
                  <a:lnTo>
                    <a:pt x="291" y="433"/>
                  </a:lnTo>
                  <a:lnTo>
                    <a:pt x="270" y="438"/>
                  </a:lnTo>
                  <a:lnTo>
                    <a:pt x="248" y="440"/>
                  </a:lnTo>
                  <a:lnTo>
                    <a:pt x="248" y="440"/>
                  </a:lnTo>
                  <a:lnTo>
                    <a:pt x="238" y="440"/>
                  </a:lnTo>
                  <a:lnTo>
                    <a:pt x="238" y="440"/>
                  </a:lnTo>
                  <a:lnTo>
                    <a:pt x="222" y="439"/>
                  </a:lnTo>
                  <a:lnTo>
                    <a:pt x="207" y="438"/>
                  </a:lnTo>
                  <a:lnTo>
                    <a:pt x="191" y="434"/>
                  </a:lnTo>
                  <a:lnTo>
                    <a:pt x="177" y="431"/>
                  </a:lnTo>
                  <a:lnTo>
                    <a:pt x="177" y="431"/>
                  </a:lnTo>
                  <a:lnTo>
                    <a:pt x="156" y="423"/>
                  </a:lnTo>
                  <a:lnTo>
                    <a:pt x="137" y="413"/>
                  </a:lnTo>
                  <a:lnTo>
                    <a:pt x="119" y="402"/>
                  </a:lnTo>
                  <a:lnTo>
                    <a:pt x="103" y="389"/>
                  </a:lnTo>
                  <a:lnTo>
                    <a:pt x="103" y="389"/>
                  </a:lnTo>
                  <a:lnTo>
                    <a:pt x="90" y="375"/>
                  </a:lnTo>
                  <a:lnTo>
                    <a:pt x="78" y="362"/>
                  </a:lnTo>
                  <a:lnTo>
                    <a:pt x="68" y="347"/>
                  </a:lnTo>
                  <a:lnTo>
                    <a:pt x="59" y="331"/>
                  </a:lnTo>
                  <a:lnTo>
                    <a:pt x="59" y="331"/>
                  </a:lnTo>
                  <a:lnTo>
                    <a:pt x="50" y="312"/>
                  </a:lnTo>
                  <a:lnTo>
                    <a:pt x="43" y="291"/>
                  </a:lnTo>
                  <a:lnTo>
                    <a:pt x="39" y="271"/>
                  </a:lnTo>
                  <a:lnTo>
                    <a:pt x="37" y="249"/>
                  </a:lnTo>
                  <a:lnTo>
                    <a:pt x="37" y="249"/>
                  </a:lnTo>
                  <a:lnTo>
                    <a:pt x="37" y="238"/>
                  </a:lnTo>
                  <a:lnTo>
                    <a:pt x="37" y="238"/>
                  </a:lnTo>
                  <a:lnTo>
                    <a:pt x="37" y="223"/>
                  </a:lnTo>
                  <a:lnTo>
                    <a:pt x="39" y="207"/>
                  </a:lnTo>
                  <a:lnTo>
                    <a:pt x="42" y="193"/>
                  </a:lnTo>
                  <a:lnTo>
                    <a:pt x="45" y="177"/>
                  </a:lnTo>
                  <a:lnTo>
                    <a:pt x="45" y="177"/>
                  </a:lnTo>
                  <a:lnTo>
                    <a:pt x="54" y="157"/>
                  </a:lnTo>
                  <a:lnTo>
                    <a:pt x="64" y="139"/>
                  </a:lnTo>
                  <a:lnTo>
                    <a:pt x="76" y="121"/>
                  </a:lnTo>
                  <a:lnTo>
                    <a:pt x="89" y="104"/>
                  </a:lnTo>
                  <a:lnTo>
                    <a:pt x="89" y="104"/>
                  </a:lnTo>
                  <a:lnTo>
                    <a:pt x="101" y="91"/>
                  </a:lnTo>
                  <a:lnTo>
                    <a:pt x="115" y="80"/>
                  </a:lnTo>
                  <a:lnTo>
                    <a:pt x="130" y="69"/>
                  </a:lnTo>
                  <a:lnTo>
                    <a:pt x="145" y="59"/>
                  </a:lnTo>
                  <a:lnTo>
                    <a:pt x="145" y="59"/>
                  </a:lnTo>
                  <a:lnTo>
                    <a:pt x="165" y="51"/>
                  </a:lnTo>
                  <a:lnTo>
                    <a:pt x="185" y="45"/>
                  </a:lnTo>
                  <a:lnTo>
                    <a:pt x="207" y="40"/>
                  </a:lnTo>
                  <a:lnTo>
                    <a:pt x="228" y="38"/>
                  </a:lnTo>
                  <a:lnTo>
                    <a:pt x="228" y="38"/>
                  </a:lnTo>
                  <a:lnTo>
                    <a:pt x="238" y="38"/>
                  </a:lnTo>
                  <a:lnTo>
                    <a:pt x="238" y="38"/>
                  </a:lnTo>
                  <a:lnTo>
                    <a:pt x="254" y="38"/>
                  </a:lnTo>
                  <a:lnTo>
                    <a:pt x="269" y="40"/>
                  </a:lnTo>
                  <a:lnTo>
                    <a:pt x="285" y="43"/>
                  </a:lnTo>
                  <a:lnTo>
                    <a:pt x="299" y="47"/>
                  </a:lnTo>
                  <a:lnTo>
                    <a:pt x="299" y="47"/>
                  </a:lnTo>
                  <a:lnTo>
                    <a:pt x="320" y="55"/>
                  </a:lnTo>
                  <a:lnTo>
                    <a:pt x="339" y="64"/>
                  </a:lnTo>
                  <a:lnTo>
                    <a:pt x="357" y="76"/>
                  </a:lnTo>
                  <a:lnTo>
                    <a:pt x="373" y="89"/>
                  </a:lnTo>
                  <a:lnTo>
                    <a:pt x="373" y="89"/>
                  </a:lnTo>
                  <a:lnTo>
                    <a:pt x="386" y="103"/>
                  </a:lnTo>
                  <a:lnTo>
                    <a:pt x="398" y="116"/>
                  </a:lnTo>
                  <a:lnTo>
                    <a:pt x="408" y="130"/>
                  </a:lnTo>
                  <a:lnTo>
                    <a:pt x="417" y="146"/>
                  </a:lnTo>
                  <a:lnTo>
                    <a:pt x="417" y="146"/>
                  </a:lnTo>
                  <a:lnTo>
                    <a:pt x="426" y="165"/>
                  </a:lnTo>
                  <a:lnTo>
                    <a:pt x="433" y="186"/>
                  </a:lnTo>
                  <a:lnTo>
                    <a:pt x="437" y="207"/>
                  </a:lnTo>
                  <a:lnTo>
                    <a:pt x="439" y="229"/>
                  </a:lnTo>
                  <a:lnTo>
                    <a:pt x="439" y="229"/>
                  </a:lnTo>
                  <a:close/>
                  <a:moveTo>
                    <a:pt x="238" y="0"/>
                  </a:moveTo>
                  <a:lnTo>
                    <a:pt x="238" y="0"/>
                  </a:lnTo>
                  <a:lnTo>
                    <a:pt x="214" y="2"/>
                  </a:lnTo>
                  <a:lnTo>
                    <a:pt x="191" y="5"/>
                  </a:lnTo>
                  <a:lnTo>
                    <a:pt x="168" y="11"/>
                  </a:lnTo>
                  <a:lnTo>
                    <a:pt x="147" y="19"/>
                  </a:lnTo>
                  <a:lnTo>
                    <a:pt x="126" y="28"/>
                  </a:lnTo>
                  <a:lnTo>
                    <a:pt x="106" y="40"/>
                  </a:lnTo>
                  <a:lnTo>
                    <a:pt x="88" y="55"/>
                  </a:lnTo>
                  <a:lnTo>
                    <a:pt x="70" y="70"/>
                  </a:lnTo>
                  <a:lnTo>
                    <a:pt x="70" y="70"/>
                  </a:lnTo>
                  <a:lnTo>
                    <a:pt x="54" y="88"/>
                  </a:lnTo>
                  <a:lnTo>
                    <a:pt x="39" y="106"/>
                  </a:lnTo>
                  <a:lnTo>
                    <a:pt x="27" y="127"/>
                  </a:lnTo>
                  <a:lnTo>
                    <a:pt x="18" y="147"/>
                  </a:lnTo>
                  <a:lnTo>
                    <a:pt x="9" y="170"/>
                  </a:lnTo>
                  <a:lnTo>
                    <a:pt x="5" y="192"/>
                  </a:lnTo>
                  <a:lnTo>
                    <a:pt x="1" y="216"/>
                  </a:lnTo>
                  <a:lnTo>
                    <a:pt x="0" y="238"/>
                  </a:lnTo>
                  <a:lnTo>
                    <a:pt x="0" y="238"/>
                  </a:lnTo>
                  <a:lnTo>
                    <a:pt x="1" y="262"/>
                  </a:lnTo>
                  <a:lnTo>
                    <a:pt x="5" y="285"/>
                  </a:lnTo>
                  <a:lnTo>
                    <a:pt x="9" y="308"/>
                  </a:lnTo>
                  <a:lnTo>
                    <a:pt x="18" y="330"/>
                  </a:lnTo>
                  <a:lnTo>
                    <a:pt x="27" y="351"/>
                  </a:lnTo>
                  <a:lnTo>
                    <a:pt x="39" y="371"/>
                  </a:lnTo>
                  <a:lnTo>
                    <a:pt x="54" y="390"/>
                  </a:lnTo>
                  <a:lnTo>
                    <a:pt x="70" y="407"/>
                  </a:lnTo>
                  <a:lnTo>
                    <a:pt x="70" y="407"/>
                  </a:lnTo>
                  <a:lnTo>
                    <a:pt x="88" y="423"/>
                  </a:lnTo>
                  <a:lnTo>
                    <a:pt x="106" y="437"/>
                  </a:lnTo>
                  <a:lnTo>
                    <a:pt x="126" y="449"/>
                  </a:lnTo>
                  <a:lnTo>
                    <a:pt x="147" y="458"/>
                  </a:lnTo>
                  <a:lnTo>
                    <a:pt x="168" y="467"/>
                  </a:lnTo>
                  <a:lnTo>
                    <a:pt x="191" y="473"/>
                  </a:lnTo>
                  <a:lnTo>
                    <a:pt x="214" y="475"/>
                  </a:lnTo>
                  <a:lnTo>
                    <a:pt x="238" y="476"/>
                  </a:lnTo>
                  <a:lnTo>
                    <a:pt x="238" y="476"/>
                  </a:lnTo>
                  <a:lnTo>
                    <a:pt x="262" y="475"/>
                  </a:lnTo>
                  <a:lnTo>
                    <a:pt x="285" y="473"/>
                  </a:lnTo>
                  <a:lnTo>
                    <a:pt x="308" y="467"/>
                  </a:lnTo>
                  <a:lnTo>
                    <a:pt x="329" y="458"/>
                  </a:lnTo>
                  <a:lnTo>
                    <a:pt x="350" y="449"/>
                  </a:lnTo>
                  <a:lnTo>
                    <a:pt x="370" y="437"/>
                  </a:lnTo>
                  <a:lnTo>
                    <a:pt x="390" y="423"/>
                  </a:lnTo>
                  <a:lnTo>
                    <a:pt x="406" y="407"/>
                  </a:lnTo>
                  <a:lnTo>
                    <a:pt x="406" y="407"/>
                  </a:lnTo>
                  <a:lnTo>
                    <a:pt x="422" y="390"/>
                  </a:lnTo>
                  <a:lnTo>
                    <a:pt x="437" y="371"/>
                  </a:lnTo>
                  <a:lnTo>
                    <a:pt x="449" y="351"/>
                  </a:lnTo>
                  <a:lnTo>
                    <a:pt x="458" y="330"/>
                  </a:lnTo>
                  <a:lnTo>
                    <a:pt x="467" y="308"/>
                  </a:lnTo>
                  <a:lnTo>
                    <a:pt x="471" y="285"/>
                  </a:lnTo>
                  <a:lnTo>
                    <a:pt x="475" y="262"/>
                  </a:lnTo>
                  <a:lnTo>
                    <a:pt x="476" y="238"/>
                  </a:lnTo>
                  <a:lnTo>
                    <a:pt x="476" y="238"/>
                  </a:lnTo>
                  <a:lnTo>
                    <a:pt x="475" y="216"/>
                  </a:lnTo>
                  <a:lnTo>
                    <a:pt x="471" y="192"/>
                  </a:lnTo>
                  <a:lnTo>
                    <a:pt x="467" y="170"/>
                  </a:lnTo>
                  <a:lnTo>
                    <a:pt x="458" y="147"/>
                  </a:lnTo>
                  <a:lnTo>
                    <a:pt x="449" y="127"/>
                  </a:lnTo>
                  <a:lnTo>
                    <a:pt x="437" y="106"/>
                  </a:lnTo>
                  <a:lnTo>
                    <a:pt x="422" y="88"/>
                  </a:lnTo>
                  <a:lnTo>
                    <a:pt x="406" y="70"/>
                  </a:lnTo>
                  <a:lnTo>
                    <a:pt x="406" y="70"/>
                  </a:lnTo>
                  <a:lnTo>
                    <a:pt x="390" y="55"/>
                  </a:lnTo>
                  <a:lnTo>
                    <a:pt x="370" y="40"/>
                  </a:lnTo>
                  <a:lnTo>
                    <a:pt x="350" y="28"/>
                  </a:lnTo>
                  <a:lnTo>
                    <a:pt x="329" y="19"/>
                  </a:lnTo>
                  <a:lnTo>
                    <a:pt x="308" y="11"/>
                  </a:lnTo>
                  <a:lnTo>
                    <a:pt x="285" y="5"/>
                  </a:lnTo>
                  <a:lnTo>
                    <a:pt x="262" y="2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Freeform 40">
              <a:extLst>
                <a:ext uri="{FF2B5EF4-FFF2-40B4-BE49-F238E27FC236}">
                  <a16:creationId xmlns:a16="http://schemas.microsoft.com/office/drawing/2014/main" id="{0EDB32FD-D715-436C-4344-988EBF203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864"/>
              <a:ext cx="54" cy="44"/>
            </a:xfrm>
            <a:custGeom>
              <a:avLst/>
              <a:gdLst>
                <a:gd name="T0" fmla="*/ 109 w 109"/>
                <a:gd name="T1" fmla="*/ 80 h 86"/>
                <a:gd name="T2" fmla="*/ 109 w 109"/>
                <a:gd name="T3" fmla="*/ 80 h 86"/>
                <a:gd name="T4" fmla="*/ 106 w 109"/>
                <a:gd name="T5" fmla="*/ 73 h 86"/>
                <a:gd name="T6" fmla="*/ 105 w 109"/>
                <a:gd name="T7" fmla="*/ 67 h 86"/>
                <a:gd name="T8" fmla="*/ 104 w 109"/>
                <a:gd name="T9" fmla="*/ 60 h 86"/>
                <a:gd name="T10" fmla="*/ 103 w 109"/>
                <a:gd name="T11" fmla="*/ 51 h 86"/>
                <a:gd name="T12" fmla="*/ 103 w 109"/>
                <a:gd name="T13" fmla="*/ 51 h 86"/>
                <a:gd name="T14" fmla="*/ 104 w 109"/>
                <a:gd name="T15" fmla="*/ 39 h 86"/>
                <a:gd name="T16" fmla="*/ 104 w 109"/>
                <a:gd name="T17" fmla="*/ 39 h 86"/>
                <a:gd name="T18" fmla="*/ 76 w 109"/>
                <a:gd name="T19" fmla="*/ 30 h 86"/>
                <a:gd name="T20" fmla="*/ 50 w 109"/>
                <a:gd name="T21" fmla="*/ 20 h 86"/>
                <a:gd name="T22" fmla="*/ 27 w 109"/>
                <a:gd name="T23" fmla="*/ 9 h 86"/>
                <a:gd name="T24" fmla="*/ 9 w 109"/>
                <a:gd name="T25" fmla="*/ 0 h 86"/>
                <a:gd name="T26" fmla="*/ 9 w 109"/>
                <a:gd name="T27" fmla="*/ 0 h 86"/>
                <a:gd name="T28" fmla="*/ 5 w 109"/>
                <a:gd name="T29" fmla="*/ 13 h 86"/>
                <a:gd name="T30" fmla="*/ 3 w 109"/>
                <a:gd name="T31" fmla="*/ 25 h 86"/>
                <a:gd name="T32" fmla="*/ 2 w 109"/>
                <a:gd name="T33" fmla="*/ 38 h 86"/>
                <a:gd name="T34" fmla="*/ 0 w 109"/>
                <a:gd name="T35" fmla="*/ 51 h 86"/>
                <a:gd name="T36" fmla="*/ 0 w 109"/>
                <a:gd name="T37" fmla="*/ 51 h 86"/>
                <a:gd name="T38" fmla="*/ 0 w 109"/>
                <a:gd name="T39" fmla="*/ 60 h 86"/>
                <a:gd name="T40" fmla="*/ 0 w 109"/>
                <a:gd name="T41" fmla="*/ 60 h 86"/>
                <a:gd name="T42" fmla="*/ 6 w 109"/>
                <a:gd name="T43" fmla="*/ 66 h 86"/>
                <a:gd name="T44" fmla="*/ 11 w 109"/>
                <a:gd name="T45" fmla="*/ 71 h 86"/>
                <a:gd name="T46" fmla="*/ 17 w 109"/>
                <a:gd name="T47" fmla="*/ 74 h 86"/>
                <a:gd name="T48" fmla="*/ 23 w 109"/>
                <a:gd name="T49" fmla="*/ 78 h 86"/>
                <a:gd name="T50" fmla="*/ 36 w 109"/>
                <a:gd name="T51" fmla="*/ 83 h 86"/>
                <a:gd name="T52" fmla="*/ 50 w 109"/>
                <a:gd name="T53" fmla="*/ 85 h 86"/>
                <a:gd name="T54" fmla="*/ 65 w 109"/>
                <a:gd name="T55" fmla="*/ 86 h 86"/>
                <a:gd name="T56" fmla="*/ 80 w 109"/>
                <a:gd name="T57" fmla="*/ 85 h 86"/>
                <a:gd name="T58" fmla="*/ 94 w 109"/>
                <a:gd name="T59" fmla="*/ 83 h 86"/>
                <a:gd name="T60" fmla="*/ 109 w 109"/>
                <a:gd name="T61" fmla="*/ 80 h 86"/>
                <a:gd name="T62" fmla="*/ 109 w 109"/>
                <a:gd name="T63" fmla="*/ 8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9" h="86">
                  <a:moveTo>
                    <a:pt x="109" y="80"/>
                  </a:moveTo>
                  <a:lnTo>
                    <a:pt x="109" y="80"/>
                  </a:lnTo>
                  <a:lnTo>
                    <a:pt x="106" y="73"/>
                  </a:lnTo>
                  <a:lnTo>
                    <a:pt x="105" y="67"/>
                  </a:lnTo>
                  <a:lnTo>
                    <a:pt x="104" y="60"/>
                  </a:lnTo>
                  <a:lnTo>
                    <a:pt x="103" y="51"/>
                  </a:lnTo>
                  <a:lnTo>
                    <a:pt x="103" y="51"/>
                  </a:lnTo>
                  <a:lnTo>
                    <a:pt x="104" y="39"/>
                  </a:lnTo>
                  <a:lnTo>
                    <a:pt x="104" y="39"/>
                  </a:lnTo>
                  <a:lnTo>
                    <a:pt x="76" y="30"/>
                  </a:lnTo>
                  <a:lnTo>
                    <a:pt x="50" y="20"/>
                  </a:lnTo>
                  <a:lnTo>
                    <a:pt x="27" y="9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13"/>
                  </a:lnTo>
                  <a:lnTo>
                    <a:pt x="3" y="25"/>
                  </a:lnTo>
                  <a:lnTo>
                    <a:pt x="2" y="38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6" y="66"/>
                  </a:lnTo>
                  <a:lnTo>
                    <a:pt x="11" y="71"/>
                  </a:lnTo>
                  <a:lnTo>
                    <a:pt x="17" y="74"/>
                  </a:lnTo>
                  <a:lnTo>
                    <a:pt x="23" y="78"/>
                  </a:lnTo>
                  <a:lnTo>
                    <a:pt x="36" y="83"/>
                  </a:lnTo>
                  <a:lnTo>
                    <a:pt x="50" y="85"/>
                  </a:lnTo>
                  <a:lnTo>
                    <a:pt x="65" y="86"/>
                  </a:lnTo>
                  <a:lnTo>
                    <a:pt x="80" y="85"/>
                  </a:lnTo>
                  <a:lnTo>
                    <a:pt x="94" y="83"/>
                  </a:lnTo>
                  <a:lnTo>
                    <a:pt x="109" y="80"/>
                  </a:lnTo>
                  <a:lnTo>
                    <a:pt x="109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2" name="Freeform 41">
              <a:extLst>
                <a:ext uri="{FF2B5EF4-FFF2-40B4-BE49-F238E27FC236}">
                  <a16:creationId xmlns:a16="http://schemas.microsoft.com/office/drawing/2014/main" id="{0E46D8D2-E9CB-123B-EEA8-1A48FA7C2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3" y="815"/>
              <a:ext cx="44" cy="64"/>
            </a:xfrm>
            <a:custGeom>
              <a:avLst/>
              <a:gdLst>
                <a:gd name="T0" fmla="*/ 63 w 89"/>
                <a:gd name="T1" fmla="*/ 128 h 128"/>
                <a:gd name="T2" fmla="*/ 63 w 89"/>
                <a:gd name="T3" fmla="*/ 128 h 128"/>
                <a:gd name="T4" fmla="*/ 67 w 89"/>
                <a:gd name="T5" fmla="*/ 118 h 128"/>
                <a:gd name="T6" fmla="*/ 73 w 89"/>
                <a:gd name="T7" fmla="*/ 110 h 128"/>
                <a:gd name="T8" fmla="*/ 80 w 89"/>
                <a:gd name="T9" fmla="*/ 101 h 128"/>
                <a:gd name="T10" fmla="*/ 89 w 89"/>
                <a:gd name="T11" fmla="*/ 95 h 128"/>
                <a:gd name="T12" fmla="*/ 89 w 89"/>
                <a:gd name="T13" fmla="*/ 95 h 128"/>
                <a:gd name="T14" fmla="*/ 74 w 89"/>
                <a:gd name="T15" fmla="*/ 69 h 128"/>
                <a:gd name="T16" fmla="*/ 63 w 89"/>
                <a:gd name="T17" fmla="*/ 42 h 128"/>
                <a:gd name="T18" fmla="*/ 55 w 89"/>
                <a:gd name="T19" fmla="*/ 19 h 128"/>
                <a:gd name="T20" fmla="*/ 48 w 89"/>
                <a:gd name="T21" fmla="*/ 0 h 128"/>
                <a:gd name="T22" fmla="*/ 48 w 89"/>
                <a:gd name="T23" fmla="*/ 0 h 128"/>
                <a:gd name="T24" fmla="*/ 35 w 89"/>
                <a:gd name="T25" fmla="*/ 9 h 128"/>
                <a:gd name="T26" fmla="*/ 23 w 89"/>
                <a:gd name="T27" fmla="*/ 17 h 128"/>
                <a:gd name="T28" fmla="*/ 12 w 89"/>
                <a:gd name="T29" fmla="*/ 27 h 128"/>
                <a:gd name="T30" fmla="*/ 1 w 89"/>
                <a:gd name="T31" fmla="*/ 37 h 128"/>
                <a:gd name="T32" fmla="*/ 1 w 89"/>
                <a:gd name="T33" fmla="*/ 37 h 128"/>
                <a:gd name="T34" fmla="*/ 0 w 89"/>
                <a:gd name="T35" fmla="*/ 45 h 128"/>
                <a:gd name="T36" fmla="*/ 1 w 89"/>
                <a:gd name="T37" fmla="*/ 52 h 128"/>
                <a:gd name="T38" fmla="*/ 2 w 89"/>
                <a:gd name="T39" fmla="*/ 59 h 128"/>
                <a:gd name="T40" fmla="*/ 3 w 89"/>
                <a:gd name="T41" fmla="*/ 65 h 128"/>
                <a:gd name="T42" fmla="*/ 9 w 89"/>
                <a:gd name="T43" fmla="*/ 78 h 128"/>
                <a:gd name="T44" fmla="*/ 18 w 89"/>
                <a:gd name="T45" fmla="*/ 90 h 128"/>
                <a:gd name="T46" fmla="*/ 27 w 89"/>
                <a:gd name="T47" fmla="*/ 101 h 128"/>
                <a:gd name="T48" fmla="*/ 38 w 89"/>
                <a:gd name="T49" fmla="*/ 111 h 128"/>
                <a:gd name="T50" fmla="*/ 50 w 89"/>
                <a:gd name="T51" fmla="*/ 119 h 128"/>
                <a:gd name="T52" fmla="*/ 63 w 89"/>
                <a:gd name="T53" fmla="*/ 128 h 128"/>
                <a:gd name="T54" fmla="*/ 63 w 89"/>
                <a:gd name="T55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" h="128">
                  <a:moveTo>
                    <a:pt x="63" y="128"/>
                  </a:moveTo>
                  <a:lnTo>
                    <a:pt x="63" y="128"/>
                  </a:lnTo>
                  <a:lnTo>
                    <a:pt x="67" y="118"/>
                  </a:lnTo>
                  <a:lnTo>
                    <a:pt x="73" y="110"/>
                  </a:lnTo>
                  <a:lnTo>
                    <a:pt x="80" y="101"/>
                  </a:lnTo>
                  <a:lnTo>
                    <a:pt x="89" y="95"/>
                  </a:lnTo>
                  <a:lnTo>
                    <a:pt x="89" y="95"/>
                  </a:lnTo>
                  <a:lnTo>
                    <a:pt x="74" y="69"/>
                  </a:lnTo>
                  <a:lnTo>
                    <a:pt x="63" y="42"/>
                  </a:lnTo>
                  <a:lnTo>
                    <a:pt x="55" y="19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35" y="9"/>
                  </a:lnTo>
                  <a:lnTo>
                    <a:pt x="23" y="17"/>
                  </a:lnTo>
                  <a:lnTo>
                    <a:pt x="12" y="27"/>
                  </a:lnTo>
                  <a:lnTo>
                    <a:pt x="1" y="37"/>
                  </a:lnTo>
                  <a:lnTo>
                    <a:pt x="1" y="37"/>
                  </a:lnTo>
                  <a:lnTo>
                    <a:pt x="0" y="45"/>
                  </a:lnTo>
                  <a:lnTo>
                    <a:pt x="1" y="52"/>
                  </a:lnTo>
                  <a:lnTo>
                    <a:pt x="2" y="59"/>
                  </a:lnTo>
                  <a:lnTo>
                    <a:pt x="3" y="65"/>
                  </a:lnTo>
                  <a:lnTo>
                    <a:pt x="9" y="78"/>
                  </a:lnTo>
                  <a:lnTo>
                    <a:pt x="18" y="90"/>
                  </a:lnTo>
                  <a:lnTo>
                    <a:pt x="27" y="101"/>
                  </a:lnTo>
                  <a:lnTo>
                    <a:pt x="38" y="111"/>
                  </a:lnTo>
                  <a:lnTo>
                    <a:pt x="50" y="119"/>
                  </a:lnTo>
                  <a:lnTo>
                    <a:pt x="63" y="128"/>
                  </a:lnTo>
                  <a:lnTo>
                    <a:pt x="63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3" name="Freeform 42">
              <a:extLst>
                <a:ext uri="{FF2B5EF4-FFF2-40B4-BE49-F238E27FC236}">
                  <a16:creationId xmlns:a16="http://schemas.microsoft.com/office/drawing/2014/main" id="{8D798F41-A466-2DFB-38C6-4FAED486E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909"/>
              <a:ext cx="64" cy="44"/>
            </a:xfrm>
            <a:custGeom>
              <a:avLst/>
              <a:gdLst>
                <a:gd name="T0" fmla="*/ 127 w 127"/>
                <a:gd name="T1" fmla="*/ 26 h 89"/>
                <a:gd name="T2" fmla="*/ 127 w 127"/>
                <a:gd name="T3" fmla="*/ 26 h 89"/>
                <a:gd name="T4" fmla="*/ 118 w 127"/>
                <a:gd name="T5" fmla="*/ 21 h 89"/>
                <a:gd name="T6" fmla="*/ 109 w 127"/>
                <a:gd name="T7" fmla="*/ 15 h 89"/>
                <a:gd name="T8" fmla="*/ 101 w 127"/>
                <a:gd name="T9" fmla="*/ 8 h 89"/>
                <a:gd name="T10" fmla="*/ 95 w 127"/>
                <a:gd name="T11" fmla="*/ 0 h 89"/>
                <a:gd name="T12" fmla="*/ 95 w 127"/>
                <a:gd name="T13" fmla="*/ 0 h 89"/>
                <a:gd name="T14" fmla="*/ 68 w 127"/>
                <a:gd name="T15" fmla="*/ 14 h 89"/>
                <a:gd name="T16" fmla="*/ 42 w 127"/>
                <a:gd name="T17" fmla="*/ 25 h 89"/>
                <a:gd name="T18" fmla="*/ 18 w 127"/>
                <a:gd name="T19" fmla="*/ 34 h 89"/>
                <a:gd name="T20" fmla="*/ 0 w 127"/>
                <a:gd name="T21" fmla="*/ 41 h 89"/>
                <a:gd name="T22" fmla="*/ 0 w 127"/>
                <a:gd name="T23" fmla="*/ 41 h 89"/>
                <a:gd name="T24" fmla="*/ 7 w 127"/>
                <a:gd name="T25" fmla="*/ 54 h 89"/>
                <a:gd name="T26" fmla="*/ 16 w 127"/>
                <a:gd name="T27" fmla="*/ 66 h 89"/>
                <a:gd name="T28" fmla="*/ 26 w 127"/>
                <a:gd name="T29" fmla="*/ 78 h 89"/>
                <a:gd name="T30" fmla="*/ 37 w 127"/>
                <a:gd name="T31" fmla="*/ 89 h 89"/>
                <a:gd name="T32" fmla="*/ 37 w 127"/>
                <a:gd name="T33" fmla="*/ 89 h 89"/>
                <a:gd name="T34" fmla="*/ 44 w 127"/>
                <a:gd name="T35" fmla="*/ 89 h 89"/>
                <a:gd name="T36" fmla="*/ 51 w 127"/>
                <a:gd name="T37" fmla="*/ 89 h 89"/>
                <a:gd name="T38" fmla="*/ 57 w 127"/>
                <a:gd name="T39" fmla="*/ 87 h 89"/>
                <a:gd name="T40" fmla="*/ 65 w 127"/>
                <a:gd name="T41" fmla="*/ 85 h 89"/>
                <a:gd name="T42" fmla="*/ 78 w 127"/>
                <a:gd name="T43" fmla="*/ 79 h 89"/>
                <a:gd name="T44" fmla="*/ 89 w 127"/>
                <a:gd name="T45" fmla="*/ 72 h 89"/>
                <a:gd name="T46" fmla="*/ 99 w 127"/>
                <a:gd name="T47" fmla="*/ 61 h 89"/>
                <a:gd name="T48" fmla="*/ 110 w 127"/>
                <a:gd name="T49" fmla="*/ 50 h 89"/>
                <a:gd name="T50" fmla="*/ 119 w 127"/>
                <a:gd name="T51" fmla="*/ 38 h 89"/>
                <a:gd name="T52" fmla="*/ 127 w 127"/>
                <a:gd name="T53" fmla="*/ 26 h 89"/>
                <a:gd name="T54" fmla="*/ 127 w 127"/>
                <a:gd name="T55" fmla="*/ 26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89">
                  <a:moveTo>
                    <a:pt x="127" y="26"/>
                  </a:moveTo>
                  <a:lnTo>
                    <a:pt x="127" y="26"/>
                  </a:lnTo>
                  <a:lnTo>
                    <a:pt x="118" y="21"/>
                  </a:lnTo>
                  <a:lnTo>
                    <a:pt x="109" y="15"/>
                  </a:lnTo>
                  <a:lnTo>
                    <a:pt x="101" y="8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68" y="14"/>
                  </a:lnTo>
                  <a:lnTo>
                    <a:pt x="42" y="25"/>
                  </a:lnTo>
                  <a:lnTo>
                    <a:pt x="18" y="34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7" y="54"/>
                  </a:lnTo>
                  <a:lnTo>
                    <a:pt x="16" y="66"/>
                  </a:lnTo>
                  <a:lnTo>
                    <a:pt x="26" y="78"/>
                  </a:lnTo>
                  <a:lnTo>
                    <a:pt x="37" y="89"/>
                  </a:lnTo>
                  <a:lnTo>
                    <a:pt x="37" y="89"/>
                  </a:lnTo>
                  <a:lnTo>
                    <a:pt x="44" y="89"/>
                  </a:lnTo>
                  <a:lnTo>
                    <a:pt x="51" y="89"/>
                  </a:lnTo>
                  <a:lnTo>
                    <a:pt x="57" y="87"/>
                  </a:lnTo>
                  <a:lnTo>
                    <a:pt x="65" y="85"/>
                  </a:lnTo>
                  <a:lnTo>
                    <a:pt x="78" y="79"/>
                  </a:lnTo>
                  <a:lnTo>
                    <a:pt x="89" y="72"/>
                  </a:lnTo>
                  <a:lnTo>
                    <a:pt x="99" y="61"/>
                  </a:lnTo>
                  <a:lnTo>
                    <a:pt x="110" y="50"/>
                  </a:lnTo>
                  <a:lnTo>
                    <a:pt x="119" y="38"/>
                  </a:lnTo>
                  <a:lnTo>
                    <a:pt x="127" y="26"/>
                  </a:lnTo>
                  <a:lnTo>
                    <a:pt x="127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43">
              <a:extLst>
                <a:ext uri="{FF2B5EF4-FFF2-40B4-BE49-F238E27FC236}">
                  <a16:creationId xmlns:a16="http://schemas.microsoft.com/office/drawing/2014/main" id="{FE0345E7-8019-4E1F-A5D4-AB826B5D3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921"/>
              <a:ext cx="43" cy="54"/>
            </a:xfrm>
            <a:custGeom>
              <a:avLst/>
              <a:gdLst>
                <a:gd name="T0" fmla="*/ 52 w 87"/>
                <a:gd name="T1" fmla="*/ 6 h 108"/>
                <a:gd name="T2" fmla="*/ 52 w 87"/>
                <a:gd name="T3" fmla="*/ 6 h 108"/>
                <a:gd name="T4" fmla="*/ 39 w 87"/>
                <a:gd name="T5" fmla="*/ 4 h 108"/>
                <a:gd name="T6" fmla="*/ 39 w 87"/>
                <a:gd name="T7" fmla="*/ 4 h 108"/>
                <a:gd name="T8" fmla="*/ 30 w 87"/>
                <a:gd name="T9" fmla="*/ 33 h 108"/>
                <a:gd name="T10" fmla="*/ 20 w 87"/>
                <a:gd name="T11" fmla="*/ 60 h 108"/>
                <a:gd name="T12" fmla="*/ 10 w 87"/>
                <a:gd name="T13" fmla="*/ 83 h 108"/>
                <a:gd name="T14" fmla="*/ 0 w 87"/>
                <a:gd name="T15" fmla="*/ 99 h 108"/>
                <a:gd name="T16" fmla="*/ 0 w 87"/>
                <a:gd name="T17" fmla="*/ 99 h 108"/>
                <a:gd name="T18" fmla="*/ 12 w 87"/>
                <a:gd name="T19" fmla="*/ 103 h 108"/>
                <a:gd name="T20" fmla="*/ 26 w 87"/>
                <a:gd name="T21" fmla="*/ 105 h 108"/>
                <a:gd name="T22" fmla="*/ 39 w 87"/>
                <a:gd name="T23" fmla="*/ 108 h 108"/>
                <a:gd name="T24" fmla="*/ 52 w 87"/>
                <a:gd name="T25" fmla="*/ 108 h 108"/>
                <a:gd name="T26" fmla="*/ 52 w 87"/>
                <a:gd name="T27" fmla="*/ 108 h 108"/>
                <a:gd name="T28" fmla="*/ 60 w 87"/>
                <a:gd name="T29" fmla="*/ 108 h 108"/>
                <a:gd name="T30" fmla="*/ 60 w 87"/>
                <a:gd name="T31" fmla="*/ 108 h 108"/>
                <a:gd name="T32" fmla="*/ 66 w 87"/>
                <a:gd name="T33" fmla="*/ 103 h 108"/>
                <a:gd name="T34" fmla="*/ 71 w 87"/>
                <a:gd name="T35" fmla="*/ 97 h 108"/>
                <a:gd name="T36" fmla="*/ 75 w 87"/>
                <a:gd name="T37" fmla="*/ 92 h 108"/>
                <a:gd name="T38" fmla="*/ 78 w 87"/>
                <a:gd name="T39" fmla="*/ 86 h 108"/>
                <a:gd name="T40" fmla="*/ 83 w 87"/>
                <a:gd name="T41" fmla="*/ 73 h 108"/>
                <a:gd name="T42" fmla="*/ 86 w 87"/>
                <a:gd name="T43" fmla="*/ 59 h 108"/>
                <a:gd name="T44" fmla="*/ 87 w 87"/>
                <a:gd name="T45" fmla="*/ 44 h 108"/>
                <a:gd name="T46" fmla="*/ 86 w 87"/>
                <a:gd name="T47" fmla="*/ 29 h 108"/>
                <a:gd name="T48" fmla="*/ 83 w 87"/>
                <a:gd name="T49" fmla="*/ 14 h 108"/>
                <a:gd name="T50" fmla="*/ 81 w 87"/>
                <a:gd name="T51" fmla="*/ 0 h 108"/>
                <a:gd name="T52" fmla="*/ 81 w 87"/>
                <a:gd name="T53" fmla="*/ 0 h 108"/>
                <a:gd name="T54" fmla="*/ 74 w 87"/>
                <a:gd name="T55" fmla="*/ 2 h 108"/>
                <a:gd name="T56" fmla="*/ 66 w 87"/>
                <a:gd name="T57" fmla="*/ 4 h 108"/>
                <a:gd name="T58" fmla="*/ 59 w 87"/>
                <a:gd name="T59" fmla="*/ 6 h 108"/>
                <a:gd name="T60" fmla="*/ 52 w 87"/>
                <a:gd name="T61" fmla="*/ 6 h 108"/>
                <a:gd name="T62" fmla="*/ 52 w 87"/>
                <a:gd name="T63" fmla="*/ 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7" h="108">
                  <a:moveTo>
                    <a:pt x="52" y="6"/>
                  </a:moveTo>
                  <a:lnTo>
                    <a:pt x="52" y="6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30" y="33"/>
                  </a:lnTo>
                  <a:lnTo>
                    <a:pt x="20" y="60"/>
                  </a:lnTo>
                  <a:lnTo>
                    <a:pt x="10" y="83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12" y="103"/>
                  </a:lnTo>
                  <a:lnTo>
                    <a:pt x="26" y="105"/>
                  </a:lnTo>
                  <a:lnTo>
                    <a:pt x="39" y="108"/>
                  </a:lnTo>
                  <a:lnTo>
                    <a:pt x="52" y="108"/>
                  </a:lnTo>
                  <a:lnTo>
                    <a:pt x="52" y="108"/>
                  </a:lnTo>
                  <a:lnTo>
                    <a:pt x="60" y="108"/>
                  </a:lnTo>
                  <a:lnTo>
                    <a:pt x="60" y="108"/>
                  </a:lnTo>
                  <a:lnTo>
                    <a:pt x="66" y="103"/>
                  </a:lnTo>
                  <a:lnTo>
                    <a:pt x="71" y="97"/>
                  </a:lnTo>
                  <a:lnTo>
                    <a:pt x="75" y="92"/>
                  </a:lnTo>
                  <a:lnTo>
                    <a:pt x="78" y="86"/>
                  </a:lnTo>
                  <a:lnTo>
                    <a:pt x="83" y="73"/>
                  </a:lnTo>
                  <a:lnTo>
                    <a:pt x="86" y="59"/>
                  </a:lnTo>
                  <a:lnTo>
                    <a:pt x="87" y="44"/>
                  </a:lnTo>
                  <a:lnTo>
                    <a:pt x="86" y="29"/>
                  </a:lnTo>
                  <a:lnTo>
                    <a:pt x="83" y="14"/>
                  </a:lnTo>
                  <a:lnTo>
                    <a:pt x="81" y="0"/>
                  </a:lnTo>
                  <a:lnTo>
                    <a:pt x="81" y="0"/>
                  </a:lnTo>
                  <a:lnTo>
                    <a:pt x="74" y="2"/>
                  </a:lnTo>
                  <a:lnTo>
                    <a:pt x="66" y="4"/>
                  </a:lnTo>
                  <a:lnTo>
                    <a:pt x="59" y="6"/>
                  </a:lnTo>
                  <a:lnTo>
                    <a:pt x="52" y="6"/>
                  </a:lnTo>
                  <a:lnTo>
                    <a:pt x="52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5" name="Freeform 44">
              <a:extLst>
                <a:ext uri="{FF2B5EF4-FFF2-40B4-BE49-F238E27FC236}">
                  <a16:creationId xmlns:a16="http://schemas.microsoft.com/office/drawing/2014/main" id="{427E169A-FBC6-8346-DB31-BFD31F011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806"/>
              <a:ext cx="43" cy="54"/>
            </a:xfrm>
            <a:custGeom>
              <a:avLst/>
              <a:gdLst>
                <a:gd name="T0" fmla="*/ 35 w 87"/>
                <a:gd name="T1" fmla="*/ 101 h 108"/>
                <a:gd name="T2" fmla="*/ 35 w 87"/>
                <a:gd name="T3" fmla="*/ 101 h 108"/>
                <a:gd name="T4" fmla="*/ 48 w 87"/>
                <a:gd name="T5" fmla="*/ 104 h 108"/>
                <a:gd name="T6" fmla="*/ 48 w 87"/>
                <a:gd name="T7" fmla="*/ 104 h 108"/>
                <a:gd name="T8" fmla="*/ 57 w 87"/>
                <a:gd name="T9" fmla="*/ 75 h 108"/>
                <a:gd name="T10" fmla="*/ 67 w 87"/>
                <a:gd name="T11" fmla="*/ 48 h 108"/>
                <a:gd name="T12" fmla="*/ 77 w 87"/>
                <a:gd name="T13" fmla="*/ 25 h 108"/>
                <a:gd name="T14" fmla="*/ 87 w 87"/>
                <a:gd name="T15" fmla="*/ 7 h 108"/>
                <a:gd name="T16" fmla="*/ 87 w 87"/>
                <a:gd name="T17" fmla="*/ 7 h 108"/>
                <a:gd name="T18" fmla="*/ 75 w 87"/>
                <a:gd name="T19" fmla="*/ 4 h 108"/>
                <a:gd name="T20" fmla="*/ 61 w 87"/>
                <a:gd name="T21" fmla="*/ 1 h 108"/>
                <a:gd name="T22" fmla="*/ 48 w 87"/>
                <a:gd name="T23" fmla="*/ 0 h 108"/>
                <a:gd name="T24" fmla="*/ 35 w 87"/>
                <a:gd name="T25" fmla="*/ 0 h 108"/>
                <a:gd name="T26" fmla="*/ 35 w 87"/>
                <a:gd name="T27" fmla="*/ 0 h 108"/>
                <a:gd name="T28" fmla="*/ 27 w 87"/>
                <a:gd name="T29" fmla="*/ 0 h 108"/>
                <a:gd name="T30" fmla="*/ 27 w 87"/>
                <a:gd name="T31" fmla="*/ 0 h 108"/>
                <a:gd name="T32" fmla="*/ 21 w 87"/>
                <a:gd name="T33" fmla="*/ 5 h 108"/>
                <a:gd name="T34" fmla="*/ 16 w 87"/>
                <a:gd name="T35" fmla="*/ 10 h 108"/>
                <a:gd name="T36" fmla="*/ 12 w 87"/>
                <a:gd name="T37" fmla="*/ 16 h 108"/>
                <a:gd name="T38" fmla="*/ 9 w 87"/>
                <a:gd name="T39" fmla="*/ 22 h 108"/>
                <a:gd name="T40" fmla="*/ 4 w 87"/>
                <a:gd name="T41" fmla="*/ 35 h 108"/>
                <a:gd name="T42" fmla="*/ 1 w 87"/>
                <a:gd name="T43" fmla="*/ 49 h 108"/>
                <a:gd name="T44" fmla="*/ 0 w 87"/>
                <a:gd name="T45" fmla="*/ 64 h 108"/>
                <a:gd name="T46" fmla="*/ 1 w 87"/>
                <a:gd name="T47" fmla="*/ 78 h 108"/>
                <a:gd name="T48" fmla="*/ 4 w 87"/>
                <a:gd name="T49" fmla="*/ 94 h 108"/>
                <a:gd name="T50" fmla="*/ 7 w 87"/>
                <a:gd name="T51" fmla="*/ 108 h 108"/>
                <a:gd name="T52" fmla="*/ 7 w 87"/>
                <a:gd name="T53" fmla="*/ 108 h 108"/>
                <a:gd name="T54" fmla="*/ 13 w 87"/>
                <a:gd name="T55" fmla="*/ 105 h 108"/>
                <a:gd name="T56" fmla="*/ 21 w 87"/>
                <a:gd name="T57" fmla="*/ 104 h 108"/>
                <a:gd name="T58" fmla="*/ 28 w 87"/>
                <a:gd name="T59" fmla="*/ 102 h 108"/>
                <a:gd name="T60" fmla="*/ 35 w 87"/>
                <a:gd name="T61" fmla="*/ 101 h 108"/>
                <a:gd name="T62" fmla="*/ 35 w 87"/>
                <a:gd name="T63" fmla="*/ 101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7" h="108">
                  <a:moveTo>
                    <a:pt x="35" y="101"/>
                  </a:moveTo>
                  <a:lnTo>
                    <a:pt x="35" y="101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57" y="75"/>
                  </a:lnTo>
                  <a:lnTo>
                    <a:pt x="67" y="48"/>
                  </a:lnTo>
                  <a:lnTo>
                    <a:pt x="77" y="25"/>
                  </a:lnTo>
                  <a:lnTo>
                    <a:pt x="87" y="7"/>
                  </a:lnTo>
                  <a:lnTo>
                    <a:pt x="87" y="7"/>
                  </a:lnTo>
                  <a:lnTo>
                    <a:pt x="75" y="4"/>
                  </a:lnTo>
                  <a:lnTo>
                    <a:pt x="61" y="1"/>
                  </a:lnTo>
                  <a:lnTo>
                    <a:pt x="48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1" y="5"/>
                  </a:lnTo>
                  <a:lnTo>
                    <a:pt x="16" y="10"/>
                  </a:lnTo>
                  <a:lnTo>
                    <a:pt x="12" y="16"/>
                  </a:lnTo>
                  <a:lnTo>
                    <a:pt x="9" y="22"/>
                  </a:lnTo>
                  <a:lnTo>
                    <a:pt x="4" y="35"/>
                  </a:lnTo>
                  <a:lnTo>
                    <a:pt x="1" y="49"/>
                  </a:lnTo>
                  <a:lnTo>
                    <a:pt x="0" y="64"/>
                  </a:lnTo>
                  <a:lnTo>
                    <a:pt x="1" y="78"/>
                  </a:lnTo>
                  <a:lnTo>
                    <a:pt x="4" y="94"/>
                  </a:lnTo>
                  <a:lnTo>
                    <a:pt x="7" y="108"/>
                  </a:lnTo>
                  <a:lnTo>
                    <a:pt x="7" y="108"/>
                  </a:lnTo>
                  <a:lnTo>
                    <a:pt x="13" y="105"/>
                  </a:lnTo>
                  <a:lnTo>
                    <a:pt x="21" y="104"/>
                  </a:lnTo>
                  <a:lnTo>
                    <a:pt x="28" y="102"/>
                  </a:lnTo>
                  <a:lnTo>
                    <a:pt x="35" y="101"/>
                  </a:lnTo>
                  <a:lnTo>
                    <a:pt x="35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6" name="Freeform 45">
              <a:extLst>
                <a:ext uri="{FF2B5EF4-FFF2-40B4-BE49-F238E27FC236}">
                  <a16:creationId xmlns:a16="http://schemas.microsoft.com/office/drawing/2014/main" id="{EB31DD8F-7199-92D8-BCAA-3E7AC20E0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" y="867"/>
              <a:ext cx="46" cy="47"/>
            </a:xfrm>
            <a:custGeom>
              <a:avLst/>
              <a:gdLst>
                <a:gd name="T0" fmla="*/ 0 w 94"/>
                <a:gd name="T1" fmla="*/ 46 h 93"/>
                <a:gd name="T2" fmla="*/ 0 w 94"/>
                <a:gd name="T3" fmla="*/ 46 h 93"/>
                <a:gd name="T4" fmla="*/ 1 w 94"/>
                <a:gd name="T5" fmla="*/ 56 h 93"/>
                <a:gd name="T6" fmla="*/ 4 w 94"/>
                <a:gd name="T7" fmla="*/ 64 h 93"/>
                <a:gd name="T8" fmla="*/ 8 w 94"/>
                <a:gd name="T9" fmla="*/ 73 h 93"/>
                <a:gd name="T10" fmla="*/ 13 w 94"/>
                <a:gd name="T11" fmla="*/ 80 h 93"/>
                <a:gd name="T12" fmla="*/ 21 w 94"/>
                <a:gd name="T13" fmla="*/ 86 h 93"/>
                <a:gd name="T14" fmla="*/ 29 w 94"/>
                <a:gd name="T15" fmla="*/ 90 h 93"/>
                <a:gd name="T16" fmla="*/ 37 w 94"/>
                <a:gd name="T17" fmla="*/ 93 h 93"/>
                <a:gd name="T18" fmla="*/ 47 w 94"/>
                <a:gd name="T19" fmla="*/ 93 h 93"/>
                <a:gd name="T20" fmla="*/ 47 w 94"/>
                <a:gd name="T21" fmla="*/ 93 h 93"/>
                <a:gd name="T22" fmla="*/ 57 w 94"/>
                <a:gd name="T23" fmla="*/ 93 h 93"/>
                <a:gd name="T24" fmla="*/ 65 w 94"/>
                <a:gd name="T25" fmla="*/ 90 h 93"/>
                <a:gd name="T26" fmla="*/ 73 w 94"/>
                <a:gd name="T27" fmla="*/ 86 h 93"/>
                <a:gd name="T28" fmla="*/ 81 w 94"/>
                <a:gd name="T29" fmla="*/ 80 h 93"/>
                <a:gd name="T30" fmla="*/ 86 w 94"/>
                <a:gd name="T31" fmla="*/ 73 h 93"/>
                <a:gd name="T32" fmla="*/ 90 w 94"/>
                <a:gd name="T33" fmla="*/ 64 h 93"/>
                <a:gd name="T34" fmla="*/ 93 w 94"/>
                <a:gd name="T35" fmla="*/ 56 h 93"/>
                <a:gd name="T36" fmla="*/ 94 w 94"/>
                <a:gd name="T37" fmla="*/ 46 h 93"/>
                <a:gd name="T38" fmla="*/ 94 w 94"/>
                <a:gd name="T39" fmla="*/ 46 h 93"/>
                <a:gd name="T40" fmla="*/ 93 w 94"/>
                <a:gd name="T41" fmla="*/ 37 h 93"/>
                <a:gd name="T42" fmla="*/ 90 w 94"/>
                <a:gd name="T43" fmla="*/ 28 h 93"/>
                <a:gd name="T44" fmla="*/ 86 w 94"/>
                <a:gd name="T45" fmla="*/ 21 h 93"/>
                <a:gd name="T46" fmla="*/ 81 w 94"/>
                <a:gd name="T47" fmla="*/ 14 h 93"/>
                <a:gd name="T48" fmla="*/ 73 w 94"/>
                <a:gd name="T49" fmla="*/ 8 h 93"/>
                <a:gd name="T50" fmla="*/ 65 w 94"/>
                <a:gd name="T51" fmla="*/ 3 h 93"/>
                <a:gd name="T52" fmla="*/ 57 w 94"/>
                <a:gd name="T53" fmla="*/ 1 h 93"/>
                <a:gd name="T54" fmla="*/ 47 w 94"/>
                <a:gd name="T55" fmla="*/ 0 h 93"/>
                <a:gd name="T56" fmla="*/ 47 w 94"/>
                <a:gd name="T57" fmla="*/ 0 h 93"/>
                <a:gd name="T58" fmla="*/ 37 w 94"/>
                <a:gd name="T59" fmla="*/ 1 h 93"/>
                <a:gd name="T60" fmla="*/ 29 w 94"/>
                <a:gd name="T61" fmla="*/ 3 h 93"/>
                <a:gd name="T62" fmla="*/ 21 w 94"/>
                <a:gd name="T63" fmla="*/ 8 h 93"/>
                <a:gd name="T64" fmla="*/ 13 w 94"/>
                <a:gd name="T65" fmla="*/ 14 h 93"/>
                <a:gd name="T66" fmla="*/ 8 w 94"/>
                <a:gd name="T67" fmla="*/ 21 h 93"/>
                <a:gd name="T68" fmla="*/ 4 w 94"/>
                <a:gd name="T69" fmla="*/ 28 h 93"/>
                <a:gd name="T70" fmla="*/ 1 w 94"/>
                <a:gd name="T71" fmla="*/ 37 h 93"/>
                <a:gd name="T72" fmla="*/ 0 w 94"/>
                <a:gd name="T73" fmla="*/ 46 h 93"/>
                <a:gd name="T74" fmla="*/ 0 w 94"/>
                <a:gd name="T75" fmla="*/ 4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4" h="93">
                  <a:moveTo>
                    <a:pt x="0" y="46"/>
                  </a:moveTo>
                  <a:lnTo>
                    <a:pt x="0" y="46"/>
                  </a:lnTo>
                  <a:lnTo>
                    <a:pt x="1" y="56"/>
                  </a:lnTo>
                  <a:lnTo>
                    <a:pt x="4" y="64"/>
                  </a:lnTo>
                  <a:lnTo>
                    <a:pt x="8" y="73"/>
                  </a:lnTo>
                  <a:lnTo>
                    <a:pt x="13" y="80"/>
                  </a:lnTo>
                  <a:lnTo>
                    <a:pt x="21" y="86"/>
                  </a:lnTo>
                  <a:lnTo>
                    <a:pt x="29" y="90"/>
                  </a:lnTo>
                  <a:lnTo>
                    <a:pt x="37" y="93"/>
                  </a:lnTo>
                  <a:lnTo>
                    <a:pt x="47" y="93"/>
                  </a:lnTo>
                  <a:lnTo>
                    <a:pt x="47" y="93"/>
                  </a:lnTo>
                  <a:lnTo>
                    <a:pt x="57" y="93"/>
                  </a:lnTo>
                  <a:lnTo>
                    <a:pt x="65" y="90"/>
                  </a:lnTo>
                  <a:lnTo>
                    <a:pt x="73" y="86"/>
                  </a:lnTo>
                  <a:lnTo>
                    <a:pt x="81" y="80"/>
                  </a:lnTo>
                  <a:lnTo>
                    <a:pt x="86" y="73"/>
                  </a:lnTo>
                  <a:lnTo>
                    <a:pt x="90" y="64"/>
                  </a:lnTo>
                  <a:lnTo>
                    <a:pt x="93" y="56"/>
                  </a:lnTo>
                  <a:lnTo>
                    <a:pt x="94" y="46"/>
                  </a:lnTo>
                  <a:lnTo>
                    <a:pt x="94" y="46"/>
                  </a:lnTo>
                  <a:lnTo>
                    <a:pt x="93" y="37"/>
                  </a:lnTo>
                  <a:lnTo>
                    <a:pt x="90" y="28"/>
                  </a:lnTo>
                  <a:lnTo>
                    <a:pt x="86" y="21"/>
                  </a:lnTo>
                  <a:lnTo>
                    <a:pt x="81" y="14"/>
                  </a:lnTo>
                  <a:lnTo>
                    <a:pt x="73" y="8"/>
                  </a:lnTo>
                  <a:lnTo>
                    <a:pt x="65" y="3"/>
                  </a:lnTo>
                  <a:lnTo>
                    <a:pt x="57" y="1"/>
                  </a:lnTo>
                  <a:lnTo>
                    <a:pt x="47" y="0"/>
                  </a:lnTo>
                  <a:lnTo>
                    <a:pt x="47" y="0"/>
                  </a:lnTo>
                  <a:lnTo>
                    <a:pt x="37" y="1"/>
                  </a:lnTo>
                  <a:lnTo>
                    <a:pt x="29" y="3"/>
                  </a:lnTo>
                  <a:lnTo>
                    <a:pt x="21" y="8"/>
                  </a:lnTo>
                  <a:lnTo>
                    <a:pt x="13" y="14"/>
                  </a:lnTo>
                  <a:lnTo>
                    <a:pt x="8" y="21"/>
                  </a:lnTo>
                  <a:lnTo>
                    <a:pt x="4" y="28"/>
                  </a:lnTo>
                  <a:lnTo>
                    <a:pt x="1" y="37"/>
                  </a:lnTo>
                  <a:lnTo>
                    <a:pt x="0" y="46"/>
                  </a:lnTo>
                  <a:lnTo>
                    <a:pt x="0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7" name="Freeform 46">
              <a:extLst>
                <a:ext uri="{FF2B5EF4-FFF2-40B4-BE49-F238E27FC236}">
                  <a16:creationId xmlns:a16="http://schemas.microsoft.com/office/drawing/2014/main" id="{15772042-F108-4D4A-F3F8-DB593C6BE0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5" y="902"/>
              <a:ext cx="44" cy="63"/>
            </a:xfrm>
            <a:custGeom>
              <a:avLst/>
              <a:gdLst>
                <a:gd name="T0" fmla="*/ 26 w 89"/>
                <a:gd name="T1" fmla="*/ 0 h 127"/>
                <a:gd name="T2" fmla="*/ 26 w 89"/>
                <a:gd name="T3" fmla="*/ 0 h 127"/>
                <a:gd name="T4" fmla="*/ 22 w 89"/>
                <a:gd name="T5" fmla="*/ 10 h 127"/>
                <a:gd name="T6" fmla="*/ 16 w 89"/>
                <a:gd name="T7" fmla="*/ 18 h 127"/>
                <a:gd name="T8" fmla="*/ 9 w 89"/>
                <a:gd name="T9" fmla="*/ 26 h 127"/>
                <a:gd name="T10" fmla="*/ 0 w 89"/>
                <a:gd name="T11" fmla="*/ 33 h 127"/>
                <a:gd name="T12" fmla="*/ 0 w 89"/>
                <a:gd name="T13" fmla="*/ 33 h 127"/>
                <a:gd name="T14" fmla="*/ 15 w 89"/>
                <a:gd name="T15" fmla="*/ 59 h 127"/>
                <a:gd name="T16" fmla="*/ 26 w 89"/>
                <a:gd name="T17" fmla="*/ 85 h 127"/>
                <a:gd name="T18" fmla="*/ 34 w 89"/>
                <a:gd name="T19" fmla="*/ 109 h 127"/>
                <a:gd name="T20" fmla="*/ 41 w 89"/>
                <a:gd name="T21" fmla="*/ 127 h 127"/>
                <a:gd name="T22" fmla="*/ 41 w 89"/>
                <a:gd name="T23" fmla="*/ 127 h 127"/>
                <a:gd name="T24" fmla="*/ 54 w 89"/>
                <a:gd name="T25" fmla="*/ 119 h 127"/>
                <a:gd name="T26" fmla="*/ 66 w 89"/>
                <a:gd name="T27" fmla="*/ 111 h 127"/>
                <a:gd name="T28" fmla="*/ 79 w 89"/>
                <a:gd name="T29" fmla="*/ 101 h 127"/>
                <a:gd name="T30" fmla="*/ 88 w 89"/>
                <a:gd name="T31" fmla="*/ 91 h 127"/>
                <a:gd name="T32" fmla="*/ 88 w 89"/>
                <a:gd name="T33" fmla="*/ 91 h 127"/>
                <a:gd name="T34" fmla="*/ 89 w 89"/>
                <a:gd name="T35" fmla="*/ 83 h 127"/>
                <a:gd name="T36" fmla="*/ 89 w 89"/>
                <a:gd name="T37" fmla="*/ 76 h 127"/>
                <a:gd name="T38" fmla="*/ 88 w 89"/>
                <a:gd name="T39" fmla="*/ 69 h 127"/>
                <a:gd name="T40" fmla="*/ 86 w 89"/>
                <a:gd name="T41" fmla="*/ 62 h 127"/>
                <a:gd name="T42" fmla="*/ 80 w 89"/>
                <a:gd name="T43" fmla="*/ 50 h 127"/>
                <a:gd name="T44" fmla="*/ 71 w 89"/>
                <a:gd name="T45" fmla="*/ 38 h 127"/>
                <a:gd name="T46" fmla="*/ 62 w 89"/>
                <a:gd name="T47" fmla="*/ 27 h 127"/>
                <a:gd name="T48" fmla="*/ 51 w 89"/>
                <a:gd name="T49" fmla="*/ 17 h 127"/>
                <a:gd name="T50" fmla="*/ 39 w 89"/>
                <a:gd name="T51" fmla="*/ 8 h 127"/>
                <a:gd name="T52" fmla="*/ 26 w 89"/>
                <a:gd name="T53" fmla="*/ 0 h 127"/>
                <a:gd name="T54" fmla="*/ 26 w 89"/>
                <a:gd name="T55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" h="127">
                  <a:moveTo>
                    <a:pt x="26" y="0"/>
                  </a:moveTo>
                  <a:lnTo>
                    <a:pt x="26" y="0"/>
                  </a:lnTo>
                  <a:lnTo>
                    <a:pt x="22" y="10"/>
                  </a:lnTo>
                  <a:lnTo>
                    <a:pt x="16" y="18"/>
                  </a:lnTo>
                  <a:lnTo>
                    <a:pt x="9" y="26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5" y="59"/>
                  </a:lnTo>
                  <a:lnTo>
                    <a:pt x="26" y="85"/>
                  </a:lnTo>
                  <a:lnTo>
                    <a:pt x="34" y="109"/>
                  </a:lnTo>
                  <a:lnTo>
                    <a:pt x="41" y="127"/>
                  </a:lnTo>
                  <a:lnTo>
                    <a:pt x="41" y="127"/>
                  </a:lnTo>
                  <a:lnTo>
                    <a:pt x="54" y="119"/>
                  </a:lnTo>
                  <a:lnTo>
                    <a:pt x="66" y="111"/>
                  </a:lnTo>
                  <a:lnTo>
                    <a:pt x="79" y="101"/>
                  </a:lnTo>
                  <a:lnTo>
                    <a:pt x="88" y="91"/>
                  </a:lnTo>
                  <a:lnTo>
                    <a:pt x="88" y="91"/>
                  </a:lnTo>
                  <a:lnTo>
                    <a:pt x="89" y="83"/>
                  </a:lnTo>
                  <a:lnTo>
                    <a:pt x="89" y="76"/>
                  </a:lnTo>
                  <a:lnTo>
                    <a:pt x="88" y="69"/>
                  </a:lnTo>
                  <a:lnTo>
                    <a:pt x="86" y="62"/>
                  </a:lnTo>
                  <a:lnTo>
                    <a:pt x="80" y="50"/>
                  </a:lnTo>
                  <a:lnTo>
                    <a:pt x="71" y="38"/>
                  </a:lnTo>
                  <a:lnTo>
                    <a:pt x="62" y="27"/>
                  </a:lnTo>
                  <a:lnTo>
                    <a:pt x="51" y="17"/>
                  </a:lnTo>
                  <a:lnTo>
                    <a:pt x="39" y="8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8" name="Freeform 47">
              <a:extLst>
                <a:ext uri="{FF2B5EF4-FFF2-40B4-BE49-F238E27FC236}">
                  <a16:creationId xmlns:a16="http://schemas.microsoft.com/office/drawing/2014/main" id="{9C69770E-36CE-1D3D-82D8-C8D962A04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7" y="828"/>
              <a:ext cx="64" cy="44"/>
            </a:xfrm>
            <a:custGeom>
              <a:avLst/>
              <a:gdLst>
                <a:gd name="T0" fmla="*/ 90 w 127"/>
                <a:gd name="T1" fmla="*/ 0 h 88"/>
                <a:gd name="T2" fmla="*/ 90 w 127"/>
                <a:gd name="T3" fmla="*/ 0 h 88"/>
                <a:gd name="T4" fmla="*/ 83 w 127"/>
                <a:gd name="T5" fmla="*/ 0 h 88"/>
                <a:gd name="T6" fmla="*/ 76 w 127"/>
                <a:gd name="T7" fmla="*/ 0 h 88"/>
                <a:gd name="T8" fmla="*/ 70 w 127"/>
                <a:gd name="T9" fmla="*/ 2 h 88"/>
                <a:gd name="T10" fmla="*/ 62 w 127"/>
                <a:gd name="T11" fmla="*/ 3 h 88"/>
                <a:gd name="T12" fmla="*/ 49 w 127"/>
                <a:gd name="T13" fmla="*/ 9 h 88"/>
                <a:gd name="T14" fmla="*/ 38 w 127"/>
                <a:gd name="T15" fmla="*/ 17 h 88"/>
                <a:gd name="T16" fmla="*/ 28 w 127"/>
                <a:gd name="T17" fmla="*/ 27 h 88"/>
                <a:gd name="T18" fmla="*/ 17 w 127"/>
                <a:gd name="T19" fmla="*/ 38 h 88"/>
                <a:gd name="T20" fmla="*/ 8 w 127"/>
                <a:gd name="T21" fmla="*/ 51 h 88"/>
                <a:gd name="T22" fmla="*/ 0 w 127"/>
                <a:gd name="T23" fmla="*/ 63 h 88"/>
                <a:gd name="T24" fmla="*/ 0 w 127"/>
                <a:gd name="T25" fmla="*/ 63 h 88"/>
                <a:gd name="T26" fmla="*/ 9 w 127"/>
                <a:gd name="T27" fmla="*/ 68 h 88"/>
                <a:gd name="T28" fmla="*/ 19 w 127"/>
                <a:gd name="T29" fmla="*/ 73 h 88"/>
                <a:gd name="T30" fmla="*/ 26 w 127"/>
                <a:gd name="T31" fmla="*/ 80 h 88"/>
                <a:gd name="T32" fmla="*/ 32 w 127"/>
                <a:gd name="T33" fmla="*/ 88 h 88"/>
                <a:gd name="T34" fmla="*/ 32 w 127"/>
                <a:gd name="T35" fmla="*/ 88 h 88"/>
                <a:gd name="T36" fmla="*/ 59 w 127"/>
                <a:gd name="T37" fmla="*/ 75 h 88"/>
                <a:gd name="T38" fmla="*/ 85 w 127"/>
                <a:gd name="T39" fmla="*/ 63 h 88"/>
                <a:gd name="T40" fmla="*/ 109 w 127"/>
                <a:gd name="T41" fmla="*/ 55 h 88"/>
                <a:gd name="T42" fmla="*/ 127 w 127"/>
                <a:gd name="T43" fmla="*/ 48 h 88"/>
                <a:gd name="T44" fmla="*/ 127 w 127"/>
                <a:gd name="T45" fmla="*/ 48 h 88"/>
                <a:gd name="T46" fmla="*/ 120 w 127"/>
                <a:gd name="T47" fmla="*/ 35 h 88"/>
                <a:gd name="T48" fmla="*/ 112 w 127"/>
                <a:gd name="T49" fmla="*/ 22 h 88"/>
                <a:gd name="T50" fmla="*/ 101 w 127"/>
                <a:gd name="T51" fmla="*/ 11 h 88"/>
                <a:gd name="T52" fmla="*/ 90 w 127"/>
                <a:gd name="T53" fmla="*/ 0 h 88"/>
                <a:gd name="T54" fmla="*/ 90 w 127"/>
                <a:gd name="T5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88">
                  <a:moveTo>
                    <a:pt x="90" y="0"/>
                  </a:moveTo>
                  <a:lnTo>
                    <a:pt x="90" y="0"/>
                  </a:lnTo>
                  <a:lnTo>
                    <a:pt x="83" y="0"/>
                  </a:lnTo>
                  <a:lnTo>
                    <a:pt x="76" y="0"/>
                  </a:lnTo>
                  <a:lnTo>
                    <a:pt x="70" y="2"/>
                  </a:lnTo>
                  <a:lnTo>
                    <a:pt x="62" y="3"/>
                  </a:lnTo>
                  <a:lnTo>
                    <a:pt x="49" y="9"/>
                  </a:lnTo>
                  <a:lnTo>
                    <a:pt x="38" y="17"/>
                  </a:lnTo>
                  <a:lnTo>
                    <a:pt x="28" y="27"/>
                  </a:lnTo>
                  <a:lnTo>
                    <a:pt x="17" y="38"/>
                  </a:lnTo>
                  <a:lnTo>
                    <a:pt x="8" y="51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9" y="68"/>
                  </a:lnTo>
                  <a:lnTo>
                    <a:pt x="19" y="73"/>
                  </a:lnTo>
                  <a:lnTo>
                    <a:pt x="26" y="80"/>
                  </a:lnTo>
                  <a:lnTo>
                    <a:pt x="32" y="88"/>
                  </a:lnTo>
                  <a:lnTo>
                    <a:pt x="32" y="88"/>
                  </a:lnTo>
                  <a:lnTo>
                    <a:pt x="59" y="75"/>
                  </a:lnTo>
                  <a:lnTo>
                    <a:pt x="85" y="63"/>
                  </a:lnTo>
                  <a:lnTo>
                    <a:pt x="109" y="55"/>
                  </a:lnTo>
                  <a:lnTo>
                    <a:pt x="127" y="48"/>
                  </a:lnTo>
                  <a:lnTo>
                    <a:pt x="127" y="48"/>
                  </a:lnTo>
                  <a:lnTo>
                    <a:pt x="120" y="35"/>
                  </a:lnTo>
                  <a:lnTo>
                    <a:pt x="112" y="22"/>
                  </a:lnTo>
                  <a:lnTo>
                    <a:pt x="101" y="11"/>
                  </a:lnTo>
                  <a:lnTo>
                    <a:pt x="90" y="0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9" name="Freeform 48">
              <a:extLst>
                <a:ext uri="{FF2B5EF4-FFF2-40B4-BE49-F238E27FC236}">
                  <a16:creationId xmlns:a16="http://schemas.microsoft.com/office/drawing/2014/main" id="{66D4C80B-CD1C-8A1F-A620-6343C90B92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873"/>
              <a:ext cx="54" cy="43"/>
            </a:xfrm>
            <a:custGeom>
              <a:avLst/>
              <a:gdLst>
                <a:gd name="T0" fmla="*/ 0 w 109"/>
                <a:gd name="T1" fmla="*/ 6 h 85"/>
                <a:gd name="T2" fmla="*/ 0 w 109"/>
                <a:gd name="T3" fmla="*/ 6 h 85"/>
                <a:gd name="T4" fmla="*/ 3 w 109"/>
                <a:gd name="T5" fmla="*/ 12 h 85"/>
                <a:gd name="T6" fmla="*/ 5 w 109"/>
                <a:gd name="T7" fmla="*/ 19 h 85"/>
                <a:gd name="T8" fmla="*/ 6 w 109"/>
                <a:gd name="T9" fmla="*/ 26 h 85"/>
                <a:gd name="T10" fmla="*/ 6 w 109"/>
                <a:gd name="T11" fmla="*/ 33 h 85"/>
                <a:gd name="T12" fmla="*/ 6 w 109"/>
                <a:gd name="T13" fmla="*/ 33 h 85"/>
                <a:gd name="T14" fmla="*/ 5 w 109"/>
                <a:gd name="T15" fmla="*/ 47 h 85"/>
                <a:gd name="T16" fmla="*/ 5 w 109"/>
                <a:gd name="T17" fmla="*/ 47 h 85"/>
                <a:gd name="T18" fmla="*/ 33 w 109"/>
                <a:gd name="T19" fmla="*/ 55 h 85"/>
                <a:gd name="T20" fmla="*/ 61 w 109"/>
                <a:gd name="T21" fmla="*/ 66 h 85"/>
                <a:gd name="T22" fmla="*/ 83 w 109"/>
                <a:gd name="T23" fmla="*/ 77 h 85"/>
                <a:gd name="T24" fmla="*/ 100 w 109"/>
                <a:gd name="T25" fmla="*/ 85 h 85"/>
                <a:gd name="T26" fmla="*/ 100 w 109"/>
                <a:gd name="T27" fmla="*/ 85 h 85"/>
                <a:gd name="T28" fmla="*/ 104 w 109"/>
                <a:gd name="T29" fmla="*/ 73 h 85"/>
                <a:gd name="T30" fmla="*/ 106 w 109"/>
                <a:gd name="T31" fmla="*/ 60 h 85"/>
                <a:gd name="T32" fmla="*/ 107 w 109"/>
                <a:gd name="T33" fmla="*/ 47 h 85"/>
                <a:gd name="T34" fmla="*/ 109 w 109"/>
                <a:gd name="T35" fmla="*/ 33 h 85"/>
                <a:gd name="T36" fmla="*/ 109 w 109"/>
                <a:gd name="T37" fmla="*/ 33 h 85"/>
                <a:gd name="T38" fmla="*/ 109 w 109"/>
                <a:gd name="T39" fmla="*/ 25 h 85"/>
                <a:gd name="T40" fmla="*/ 109 w 109"/>
                <a:gd name="T41" fmla="*/ 25 h 85"/>
                <a:gd name="T42" fmla="*/ 104 w 109"/>
                <a:gd name="T43" fmla="*/ 20 h 85"/>
                <a:gd name="T44" fmla="*/ 98 w 109"/>
                <a:gd name="T45" fmla="*/ 15 h 85"/>
                <a:gd name="T46" fmla="*/ 92 w 109"/>
                <a:gd name="T47" fmla="*/ 11 h 85"/>
                <a:gd name="T48" fmla="*/ 86 w 109"/>
                <a:gd name="T49" fmla="*/ 7 h 85"/>
                <a:gd name="T50" fmla="*/ 73 w 109"/>
                <a:gd name="T51" fmla="*/ 2 h 85"/>
                <a:gd name="T52" fmla="*/ 59 w 109"/>
                <a:gd name="T53" fmla="*/ 0 h 85"/>
                <a:gd name="T54" fmla="*/ 45 w 109"/>
                <a:gd name="T55" fmla="*/ 0 h 85"/>
                <a:gd name="T56" fmla="*/ 29 w 109"/>
                <a:gd name="T57" fmla="*/ 0 h 85"/>
                <a:gd name="T58" fmla="*/ 15 w 109"/>
                <a:gd name="T59" fmla="*/ 2 h 85"/>
                <a:gd name="T60" fmla="*/ 0 w 109"/>
                <a:gd name="T61" fmla="*/ 6 h 85"/>
                <a:gd name="T62" fmla="*/ 0 w 109"/>
                <a:gd name="T63" fmla="*/ 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9" h="85">
                  <a:moveTo>
                    <a:pt x="0" y="6"/>
                  </a:moveTo>
                  <a:lnTo>
                    <a:pt x="0" y="6"/>
                  </a:lnTo>
                  <a:lnTo>
                    <a:pt x="3" y="12"/>
                  </a:lnTo>
                  <a:lnTo>
                    <a:pt x="5" y="19"/>
                  </a:lnTo>
                  <a:lnTo>
                    <a:pt x="6" y="26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33" y="55"/>
                  </a:lnTo>
                  <a:lnTo>
                    <a:pt x="61" y="66"/>
                  </a:lnTo>
                  <a:lnTo>
                    <a:pt x="83" y="77"/>
                  </a:lnTo>
                  <a:lnTo>
                    <a:pt x="100" y="85"/>
                  </a:lnTo>
                  <a:lnTo>
                    <a:pt x="100" y="85"/>
                  </a:lnTo>
                  <a:lnTo>
                    <a:pt x="104" y="73"/>
                  </a:lnTo>
                  <a:lnTo>
                    <a:pt x="106" y="60"/>
                  </a:lnTo>
                  <a:lnTo>
                    <a:pt x="107" y="47"/>
                  </a:lnTo>
                  <a:lnTo>
                    <a:pt x="109" y="33"/>
                  </a:lnTo>
                  <a:lnTo>
                    <a:pt x="109" y="33"/>
                  </a:lnTo>
                  <a:lnTo>
                    <a:pt x="109" y="25"/>
                  </a:lnTo>
                  <a:lnTo>
                    <a:pt x="109" y="25"/>
                  </a:lnTo>
                  <a:lnTo>
                    <a:pt x="104" y="20"/>
                  </a:lnTo>
                  <a:lnTo>
                    <a:pt x="98" y="15"/>
                  </a:lnTo>
                  <a:lnTo>
                    <a:pt x="92" y="11"/>
                  </a:lnTo>
                  <a:lnTo>
                    <a:pt x="86" y="7"/>
                  </a:lnTo>
                  <a:lnTo>
                    <a:pt x="73" y="2"/>
                  </a:lnTo>
                  <a:lnTo>
                    <a:pt x="59" y="0"/>
                  </a:lnTo>
                  <a:lnTo>
                    <a:pt x="45" y="0"/>
                  </a:lnTo>
                  <a:lnTo>
                    <a:pt x="29" y="0"/>
                  </a:lnTo>
                  <a:lnTo>
                    <a:pt x="15" y="2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D802CF0B-0FF1-0A47-6152-3C91070F067B}"/>
              </a:ext>
            </a:extLst>
          </p:cNvPr>
          <p:cNvCxnSpPr>
            <a:cxnSpLocks/>
          </p:cNvCxnSpPr>
          <p:nvPr/>
        </p:nvCxnSpPr>
        <p:spPr>
          <a:xfrm>
            <a:off x="6599014" y="3461130"/>
            <a:ext cx="475055" cy="175705"/>
          </a:xfrm>
          <a:prstGeom prst="bentConnector3">
            <a:avLst>
              <a:gd name="adj1" fmla="val 9565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F43D7E87-0E97-5452-5180-C2F94FE3FDF9}"/>
              </a:ext>
            </a:extLst>
          </p:cNvPr>
          <p:cNvSpPr txBox="1"/>
          <p:nvPr/>
        </p:nvSpPr>
        <p:spPr>
          <a:xfrm>
            <a:off x="6329046" y="3983442"/>
            <a:ext cx="64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</a:t>
            </a:r>
          </a:p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45147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176E276-EE46-AC20-0074-893BC1749FD5}"/>
              </a:ext>
            </a:extLst>
          </p:cNvPr>
          <p:cNvSpPr/>
          <p:nvPr/>
        </p:nvSpPr>
        <p:spPr>
          <a:xfrm>
            <a:off x="1414272" y="2905760"/>
            <a:ext cx="576072" cy="54864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FCA14A-B7BF-53B1-FFD9-BFF6FB7F546D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1990344" y="3180080"/>
            <a:ext cx="77825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592CF3-0804-F9CB-1E73-4F68664E01BB}"/>
              </a:ext>
            </a:extLst>
          </p:cNvPr>
          <p:cNvCxnSpPr>
            <a:cxnSpLocks/>
          </p:cNvCxnSpPr>
          <p:nvPr/>
        </p:nvCxnSpPr>
        <p:spPr>
          <a:xfrm>
            <a:off x="2768600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BEAA00-9175-0310-BA7F-DB110886CCD9}"/>
              </a:ext>
            </a:extLst>
          </p:cNvPr>
          <p:cNvCxnSpPr>
            <a:cxnSpLocks/>
          </p:cNvCxnSpPr>
          <p:nvPr/>
        </p:nvCxnSpPr>
        <p:spPr>
          <a:xfrm>
            <a:off x="2768600" y="3180080"/>
            <a:ext cx="176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064DC5-1C18-EAE7-63CD-638B956D21A8}"/>
              </a:ext>
            </a:extLst>
          </p:cNvPr>
          <p:cNvCxnSpPr>
            <a:cxnSpLocks/>
          </p:cNvCxnSpPr>
          <p:nvPr/>
        </p:nvCxnSpPr>
        <p:spPr>
          <a:xfrm>
            <a:off x="4152900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694D21D-C655-95C7-3EB4-9CB34B4604CA}"/>
              </a:ext>
            </a:extLst>
          </p:cNvPr>
          <p:cNvGrpSpPr/>
          <p:nvPr/>
        </p:nvGrpSpPr>
        <p:grpSpPr>
          <a:xfrm>
            <a:off x="4457383" y="2888296"/>
            <a:ext cx="147001" cy="605663"/>
            <a:chOff x="4457383" y="2888296"/>
            <a:chExt cx="147001" cy="605663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0968555-E735-637F-8887-A9ED3ECCED5F}"/>
                </a:ext>
              </a:extLst>
            </p:cNvPr>
            <p:cNvSpPr/>
            <p:nvPr/>
          </p:nvSpPr>
          <p:spPr>
            <a:xfrm>
              <a:off x="4465320" y="3042920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E55283F-B395-C503-6EE8-E0D53C3CC568}"/>
                </a:ext>
              </a:extLst>
            </p:cNvPr>
            <p:cNvSpPr/>
            <p:nvPr/>
          </p:nvSpPr>
          <p:spPr>
            <a:xfrm>
              <a:off x="4465320" y="2905759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571B82C-5169-EB80-6DBC-0DF97F0A43FA}"/>
                </a:ext>
              </a:extLst>
            </p:cNvPr>
            <p:cNvSpPr/>
            <p:nvPr/>
          </p:nvSpPr>
          <p:spPr>
            <a:xfrm>
              <a:off x="4467224" y="3329304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0191229-C09A-EC53-96D7-AD0693DA67D3}"/>
                </a:ext>
              </a:extLst>
            </p:cNvPr>
            <p:cNvSpPr/>
            <p:nvPr/>
          </p:nvSpPr>
          <p:spPr>
            <a:xfrm>
              <a:off x="4467224" y="3192143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8CEBF7-5C60-8AB6-A070-827F31618D55}"/>
                </a:ext>
              </a:extLst>
            </p:cNvPr>
            <p:cNvSpPr/>
            <p:nvPr/>
          </p:nvSpPr>
          <p:spPr>
            <a:xfrm>
              <a:off x="4457383" y="2888296"/>
              <a:ext cx="73152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F5CBC22-FDD8-5110-E8AE-656561F553A3}"/>
                </a:ext>
              </a:extLst>
            </p:cNvPr>
            <p:cNvSpPr/>
            <p:nvPr/>
          </p:nvSpPr>
          <p:spPr>
            <a:xfrm>
              <a:off x="4460558" y="3201351"/>
              <a:ext cx="67624" cy="292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16E3A2C-C405-F688-28B6-8426645FF4F6}"/>
              </a:ext>
            </a:extLst>
          </p:cNvPr>
          <p:cNvGrpSpPr/>
          <p:nvPr/>
        </p:nvGrpSpPr>
        <p:grpSpPr>
          <a:xfrm>
            <a:off x="4666774" y="2897821"/>
            <a:ext cx="158498" cy="592963"/>
            <a:chOff x="4666774" y="2897821"/>
            <a:chExt cx="158498" cy="592963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7B0CCCC-F46B-0394-4DC5-37C78E7B24EC}"/>
                </a:ext>
              </a:extLst>
            </p:cNvPr>
            <p:cNvSpPr/>
            <p:nvPr/>
          </p:nvSpPr>
          <p:spPr>
            <a:xfrm flipH="1">
              <a:off x="4668678" y="3042920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E77BB96-43AF-984E-1047-954B6B315E26}"/>
                </a:ext>
              </a:extLst>
            </p:cNvPr>
            <p:cNvSpPr/>
            <p:nvPr/>
          </p:nvSpPr>
          <p:spPr>
            <a:xfrm flipH="1">
              <a:off x="4668678" y="2905759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A35357B-24C8-ED27-76BC-21BD33922C6F}"/>
                </a:ext>
              </a:extLst>
            </p:cNvPr>
            <p:cNvSpPr/>
            <p:nvPr/>
          </p:nvSpPr>
          <p:spPr>
            <a:xfrm flipH="1">
              <a:off x="4666774" y="3329304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9CC6FA-7C7F-984C-1069-AA50BF7C3F9A}"/>
                </a:ext>
              </a:extLst>
            </p:cNvPr>
            <p:cNvSpPr/>
            <p:nvPr/>
          </p:nvSpPr>
          <p:spPr>
            <a:xfrm flipH="1">
              <a:off x="4666774" y="3192143"/>
              <a:ext cx="137160" cy="1371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325B3A0-80B3-BC4C-CD94-F1BEDC00E2ED}"/>
                </a:ext>
              </a:extLst>
            </p:cNvPr>
            <p:cNvSpPr/>
            <p:nvPr/>
          </p:nvSpPr>
          <p:spPr>
            <a:xfrm flipH="1">
              <a:off x="4742976" y="2897821"/>
              <a:ext cx="82296" cy="274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0FB2E48-4969-2E5E-F8F1-FA8643181981}"/>
                </a:ext>
              </a:extLst>
            </p:cNvPr>
            <p:cNvSpPr/>
            <p:nvPr/>
          </p:nvSpPr>
          <p:spPr>
            <a:xfrm flipH="1">
              <a:off x="4742976" y="3198176"/>
              <a:ext cx="67624" cy="292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8DBF106-3B30-FBB3-0CD5-C467D4D0C80C}"/>
              </a:ext>
            </a:extLst>
          </p:cNvPr>
          <p:cNvCxnSpPr>
            <a:cxnSpLocks/>
          </p:cNvCxnSpPr>
          <p:nvPr/>
        </p:nvCxnSpPr>
        <p:spPr>
          <a:xfrm>
            <a:off x="4735354" y="3181347"/>
            <a:ext cx="4837271" cy="2000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391A686-52A7-9763-CF01-A8B8EA079528}"/>
              </a:ext>
            </a:extLst>
          </p:cNvPr>
          <p:cNvCxnSpPr>
            <a:cxnSpLocks/>
          </p:cNvCxnSpPr>
          <p:nvPr/>
        </p:nvCxnSpPr>
        <p:spPr>
          <a:xfrm>
            <a:off x="5067299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B3374D2-723E-5F68-D450-FD98DEB0104C}"/>
              </a:ext>
            </a:extLst>
          </p:cNvPr>
          <p:cNvCxnSpPr>
            <a:cxnSpLocks/>
          </p:cNvCxnSpPr>
          <p:nvPr/>
        </p:nvCxnSpPr>
        <p:spPr>
          <a:xfrm>
            <a:off x="6367462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5990D43-D959-C646-3203-35260414950B}"/>
              </a:ext>
            </a:extLst>
          </p:cNvPr>
          <p:cNvCxnSpPr>
            <a:cxnSpLocks/>
          </p:cNvCxnSpPr>
          <p:nvPr/>
        </p:nvCxnSpPr>
        <p:spPr>
          <a:xfrm>
            <a:off x="7667625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50D5578-42BE-B009-5F88-304F6138A6D7}"/>
              </a:ext>
            </a:extLst>
          </p:cNvPr>
          <p:cNvCxnSpPr>
            <a:cxnSpLocks/>
          </p:cNvCxnSpPr>
          <p:nvPr/>
        </p:nvCxnSpPr>
        <p:spPr>
          <a:xfrm>
            <a:off x="8967787" y="2768600"/>
            <a:ext cx="0" cy="82296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824810CB-A4B0-D44D-0D5A-0259FF7621AC}"/>
              </a:ext>
            </a:extLst>
          </p:cNvPr>
          <p:cNvSpPr/>
          <p:nvPr/>
        </p:nvSpPr>
        <p:spPr>
          <a:xfrm rot="5400000">
            <a:off x="9516747" y="3119278"/>
            <a:ext cx="127000" cy="15779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B70EB63A-EC0C-F280-6303-858EBF491A50}"/>
              </a:ext>
            </a:extLst>
          </p:cNvPr>
          <p:cNvSpPr/>
          <p:nvPr/>
        </p:nvSpPr>
        <p:spPr>
          <a:xfrm rot="10800000">
            <a:off x="6589397" y="3798728"/>
            <a:ext cx="127000" cy="157796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26771E7-B2F9-E471-3E7E-8469F610235E}"/>
              </a:ext>
            </a:extLst>
          </p:cNvPr>
          <p:cNvCxnSpPr>
            <a:endCxn id="42" idx="3"/>
          </p:cNvCxnSpPr>
          <p:nvPr/>
        </p:nvCxnSpPr>
        <p:spPr>
          <a:xfrm rot="16200000" flipH="1">
            <a:off x="6356207" y="3502038"/>
            <a:ext cx="307944" cy="285435"/>
          </a:xfrm>
          <a:prstGeom prst="bentConnector3">
            <a:avLst>
              <a:gd name="adj1" fmla="val -7738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2208AAE4-69BF-D536-F3F3-08103ABD3635}"/>
              </a:ext>
            </a:extLst>
          </p:cNvPr>
          <p:cNvSpPr/>
          <p:nvPr/>
        </p:nvSpPr>
        <p:spPr>
          <a:xfrm>
            <a:off x="4269102" y="3679921"/>
            <a:ext cx="259080" cy="27660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D4FB911-C652-8FAE-637F-59E1EDBE4E99}"/>
              </a:ext>
            </a:extLst>
          </p:cNvPr>
          <p:cNvCxnSpPr>
            <a:cxnSpLocks/>
          </p:cNvCxnSpPr>
          <p:nvPr/>
        </p:nvCxnSpPr>
        <p:spPr>
          <a:xfrm>
            <a:off x="4690395" y="3679920"/>
            <a:ext cx="134877" cy="1188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70AF254-EBF2-6AAB-31AB-3F903C67BFB9}"/>
              </a:ext>
            </a:extLst>
          </p:cNvPr>
          <p:cNvCxnSpPr>
            <a:cxnSpLocks/>
          </p:cNvCxnSpPr>
          <p:nvPr/>
        </p:nvCxnSpPr>
        <p:spPr>
          <a:xfrm>
            <a:off x="4825272" y="3798728"/>
            <a:ext cx="0" cy="15779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231FEDE-4732-7F7D-FD50-3594B7B817A1}"/>
              </a:ext>
            </a:extLst>
          </p:cNvPr>
          <p:cNvCxnSpPr>
            <a:cxnSpLocks/>
          </p:cNvCxnSpPr>
          <p:nvPr/>
        </p:nvCxnSpPr>
        <p:spPr>
          <a:xfrm flipH="1">
            <a:off x="4915190" y="3876323"/>
            <a:ext cx="899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342D508-B723-F5CD-15E4-B48EF14B3D60}"/>
              </a:ext>
            </a:extLst>
          </p:cNvPr>
          <p:cNvCxnSpPr>
            <a:cxnSpLocks/>
          </p:cNvCxnSpPr>
          <p:nvPr/>
        </p:nvCxnSpPr>
        <p:spPr>
          <a:xfrm flipH="1">
            <a:off x="4928147" y="3902517"/>
            <a:ext cx="6400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9C74222-4745-8A2C-AC92-FA48245E47E5}"/>
              </a:ext>
            </a:extLst>
          </p:cNvPr>
          <p:cNvCxnSpPr>
            <a:cxnSpLocks/>
          </p:cNvCxnSpPr>
          <p:nvPr/>
        </p:nvCxnSpPr>
        <p:spPr>
          <a:xfrm flipH="1">
            <a:off x="4946433" y="3928710"/>
            <a:ext cx="2743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3E4B9EEF-5956-9F98-AB51-90971C8F85EC}"/>
              </a:ext>
            </a:extLst>
          </p:cNvPr>
          <p:cNvCxnSpPr/>
          <p:nvPr/>
        </p:nvCxnSpPr>
        <p:spPr>
          <a:xfrm rot="16200000" flipH="1">
            <a:off x="4813812" y="3810187"/>
            <a:ext cx="157796" cy="134877"/>
          </a:xfrm>
          <a:prstGeom prst="bentConnector3">
            <a:avLst>
              <a:gd name="adj1" fmla="val 2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20DF881-0ED4-9370-B2E5-7C1178D3FA78}"/>
              </a:ext>
            </a:extLst>
          </p:cNvPr>
          <p:cNvCxnSpPr>
            <a:cxnSpLocks/>
          </p:cNvCxnSpPr>
          <p:nvPr/>
        </p:nvCxnSpPr>
        <p:spPr>
          <a:xfrm flipH="1">
            <a:off x="4825270" y="3679920"/>
            <a:ext cx="134877" cy="1188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76B5226-0540-38C2-5554-AE640E58D55D}"/>
              </a:ext>
            </a:extLst>
          </p:cNvPr>
          <p:cNvCxnSpPr>
            <a:cxnSpLocks/>
          </p:cNvCxnSpPr>
          <p:nvPr/>
        </p:nvCxnSpPr>
        <p:spPr>
          <a:xfrm>
            <a:off x="3251200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E093DE6-7AE6-7FA5-315B-8035CEC993DA}"/>
              </a:ext>
            </a:extLst>
          </p:cNvPr>
          <p:cNvCxnSpPr>
            <a:cxnSpLocks/>
          </p:cNvCxnSpPr>
          <p:nvPr/>
        </p:nvCxnSpPr>
        <p:spPr>
          <a:xfrm>
            <a:off x="5346700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74CFD5F-A0CF-654B-395A-242BEA543834}"/>
              </a:ext>
            </a:extLst>
          </p:cNvPr>
          <p:cNvCxnSpPr>
            <a:cxnSpLocks/>
          </p:cNvCxnSpPr>
          <p:nvPr/>
        </p:nvCxnSpPr>
        <p:spPr>
          <a:xfrm>
            <a:off x="6652896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25C85FC-814E-BCBF-E3B9-BA54F1431000}"/>
              </a:ext>
            </a:extLst>
          </p:cNvPr>
          <p:cNvCxnSpPr>
            <a:cxnSpLocks/>
          </p:cNvCxnSpPr>
          <p:nvPr/>
        </p:nvCxnSpPr>
        <p:spPr>
          <a:xfrm>
            <a:off x="8110221" y="3344480"/>
            <a:ext cx="6477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BA6EE94-33EC-52F8-3B45-D442ED091160}"/>
              </a:ext>
            </a:extLst>
          </p:cNvPr>
          <p:cNvSpPr txBox="1"/>
          <p:nvPr/>
        </p:nvSpPr>
        <p:spPr>
          <a:xfrm>
            <a:off x="5169503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2500 ft.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70E729-B8BC-6153-3C48-3211ED3806FD}"/>
              </a:ext>
            </a:extLst>
          </p:cNvPr>
          <p:cNvSpPr txBox="1"/>
          <p:nvPr/>
        </p:nvSpPr>
        <p:spPr>
          <a:xfrm>
            <a:off x="2960227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2000 ft.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C3D3B9-C5F4-A4AF-341B-8164562B748E}"/>
              </a:ext>
            </a:extLst>
          </p:cNvPr>
          <p:cNvSpPr txBox="1"/>
          <p:nvPr/>
        </p:nvSpPr>
        <p:spPr>
          <a:xfrm>
            <a:off x="6474047" y="2721093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1000 ft.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D8C24E-A0D4-35AB-FE17-9261C281F29D}"/>
              </a:ext>
            </a:extLst>
          </p:cNvPr>
          <p:cNvSpPr txBox="1"/>
          <p:nvPr/>
        </p:nvSpPr>
        <p:spPr>
          <a:xfrm>
            <a:off x="7778591" y="2713024"/>
            <a:ext cx="110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1000 ft.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A30929-6207-7DA5-CF82-41345662A521}"/>
              </a:ext>
            </a:extLst>
          </p:cNvPr>
          <p:cNvSpPr txBox="1"/>
          <p:nvPr/>
        </p:nvSpPr>
        <p:spPr>
          <a:xfrm>
            <a:off x="9831228" y="2839450"/>
            <a:ext cx="64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</a:t>
            </a:r>
          </a:p>
          <a:p>
            <a:r>
              <a:rPr lang="en-US" dirty="0"/>
              <a:t>2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84B15251-15B5-BF3C-D3DC-5FB1C3D33BDC}"/>
              </a:ext>
            </a:extLst>
          </p:cNvPr>
          <p:cNvCxnSpPr>
            <a:cxnSpLocks/>
          </p:cNvCxnSpPr>
          <p:nvPr/>
        </p:nvCxnSpPr>
        <p:spPr>
          <a:xfrm>
            <a:off x="7693301" y="3461130"/>
            <a:ext cx="475055" cy="175705"/>
          </a:xfrm>
          <a:prstGeom prst="bentConnector3">
            <a:avLst>
              <a:gd name="adj1" fmla="val 9565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278">
            <a:extLst>
              <a:ext uri="{FF2B5EF4-FFF2-40B4-BE49-F238E27FC236}">
                <a16:creationId xmlns:a16="http://schemas.microsoft.com/office/drawing/2014/main" id="{FB49496C-0F7D-5A11-AF8A-359C6D8A60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26565" y="3614433"/>
            <a:ext cx="487363" cy="452438"/>
            <a:chOff x="2534" y="2096"/>
            <a:chExt cx="307" cy="285"/>
          </a:xfrm>
          <a:solidFill>
            <a:schemeClr val="tx1"/>
          </a:solidFill>
        </p:grpSpPr>
        <p:sp>
          <p:nvSpPr>
            <p:cNvPr id="40" name="Freeform 279">
              <a:extLst>
                <a:ext uri="{FF2B5EF4-FFF2-40B4-BE49-F238E27FC236}">
                  <a16:creationId xmlns:a16="http://schemas.microsoft.com/office/drawing/2014/main" id="{8FA2DE00-BC37-F8D8-A11F-76A4A3254C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34" y="2206"/>
              <a:ext cx="307" cy="175"/>
            </a:xfrm>
            <a:custGeom>
              <a:avLst/>
              <a:gdLst>
                <a:gd name="T0" fmla="*/ 320 w 614"/>
                <a:gd name="T1" fmla="*/ 204 h 350"/>
                <a:gd name="T2" fmla="*/ 440 w 614"/>
                <a:gd name="T3" fmla="*/ 2 h 350"/>
                <a:gd name="T4" fmla="*/ 440 w 614"/>
                <a:gd name="T5" fmla="*/ 0 h 350"/>
                <a:gd name="T6" fmla="*/ 440 w 614"/>
                <a:gd name="T7" fmla="*/ 0 h 350"/>
                <a:gd name="T8" fmla="*/ 562 w 614"/>
                <a:gd name="T9" fmla="*/ 205 h 350"/>
                <a:gd name="T10" fmla="*/ 510 w 614"/>
                <a:gd name="T11" fmla="*/ 205 h 350"/>
                <a:gd name="T12" fmla="*/ 510 w 614"/>
                <a:gd name="T13" fmla="*/ 205 h 350"/>
                <a:gd name="T14" fmla="*/ 510 w 614"/>
                <a:gd name="T15" fmla="*/ 311 h 350"/>
                <a:gd name="T16" fmla="*/ 614 w 614"/>
                <a:gd name="T17" fmla="*/ 311 h 350"/>
                <a:gd name="T18" fmla="*/ 614 w 614"/>
                <a:gd name="T19" fmla="*/ 350 h 350"/>
                <a:gd name="T20" fmla="*/ 0 w 614"/>
                <a:gd name="T21" fmla="*/ 350 h 350"/>
                <a:gd name="T22" fmla="*/ 0 w 614"/>
                <a:gd name="T23" fmla="*/ 311 h 350"/>
                <a:gd name="T24" fmla="*/ 101 w 614"/>
                <a:gd name="T25" fmla="*/ 311 h 350"/>
                <a:gd name="T26" fmla="*/ 101 w 614"/>
                <a:gd name="T27" fmla="*/ 205 h 350"/>
                <a:gd name="T28" fmla="*/ 314 w 614"/>
                <a:gd name="T29" fmla="*/ 205 h 350"/>
                <a:gd name="T30" fmla="*/ 314 w 614"/>
                <a:gd name="T31" fmla="*/ 205 h 350"/>
                <a:gd name="T32" fmla="*/ 320 w 614"/>
                <a:gd name="T33" fmla="*/ 205 h 350"/>
                <a:gd name="T34" fmla="*/ 320 w 614"/>
                <a:gd name="T35" fmla="*/ 204 h 350"/>
                <a:gd name="T36" fmla="*/ 444 w 614"/>
                <a:gd name="T37" fmla="*/ 127 h 350"/>
                <a:gd name="T38" fmla="*/ 440 w 614"/>
                <a:gd name="T39" fmla="*/ 127 h 350"/>
                <a:gd name="T40" fmla="*/ 440 w 614"/>
                <a:gd name="T41" fmla="*/ 127 h 350"/>
                <a:gd name="T42" fmla="*/ 352 w 614"/>
                <a:gd name="T43" fmla="*/ 238 h 350"/>
                <a:gd name="T44" fmla="*/ 402 w 614"/>
                <a:gd name="T45" fmla="*/ 238 h 350"/>
                <a:gd name="T46" fmla="*/ 380 w 614"/>
                <a:gd name="T47" fmla="*/ 315 h 350"/>
                <a:gd name="T48" fmla="*/ 384 w 614"/>
                <a:gd name="T49" fmla="*/ 315 h 350"/>
                <a:gd name="T50" fmla="*/ 472 w 614"/>
                <a:gd name="T51" fmla="*/ 204 h 350"/>
                <a:gd name="T52" fmla="*/ 472 w 614"/>
                <a:gd name="T53" fmla="*/ 204 h 350"/>
                <a:gd name="T54" fmla="*/ 422 w 614"/>
                <a:gd name="T55" fmla="*/ 204 h 350"/>
                <a:gd name="T56" fmla="*/ 422 w 614"/>
                <a:gd name="T57" fmla="*/ 204 h 350"/>
                <a:gd name="T58" fmla="*/ 444 w 614"/>
                <a:gd name="T59" fmla="*/ 127 h 350"/>
                <a:gd name="T60" fmla="*/ 444 w 614"/>
                <a:gd name="T61" fmla="*/ 127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14" h="350">
                  <a:moveTo>
                    <a:pt x="320" y="204"/>
                  </a:moveTo>
                  <a:lnTo>
                    <a:pt x="440" y="2"/>
                  </a:lnTo>
                  <a:lnTo>
                    <a:pt x="440" y="0"/>
                  </a:lnTo>
                  <a:lnTo>
                    <a:pt x="440" y="0"/>
                  </a:lnTo>
                  <a:lnTo>
                    <a:pt x="562" y="205"/>
                  </a:lnTo>
                  <a:lnTo>
                    <a:pt x="510" y="205"/>
                  </a:lnTo>
                  <a:lnTo>
                    <a:pt x="510" y="205"/>
                  </a:lnTo>
                  <a:lnTo>
                    <a:pt x="510" y="311"/>
                  </a:lnTo>
                  <a:lnTo>
                    <a:pt x="614" y="311"/>
                  </a:lnTo>
                  <a:lnTo>
                    <a:pt x="614" y="350"/>
                  </a:lnTo>
                  <a:lnTo>
                    <a:pt x="0" y="350"/>
                  </a:lnTo>
                  <a:lnTo>
                    <a:pt x="0" y="311"/>
                  </a:lnTo>
                  <a:lnTo>
                    <a:pt x="101" y="311"/>
                  </a:lnTo>
                  <a:lnTo>
                    <a:pt x="101" y="205"/>
                  </a:lnTo>
                  <a:lnTo>
                    <a:pt x="314" y="205"/>
                  </a:lnTo>
                  <a:lnTo>
                    <a:pt x="314" y="205"/>
                  </a:lnTo>
                  <a:lnTo>
                    <a:pt x="320" y="205"/>
                  </a:lnTo>
                  <a:lnTo>
                    <a:pt x="320" y="204"/>
                  </a:lnTo>
                  <a:close/>
                  <a:moveTo>
                    <a:pt x="444" y="127"/>
                  </a:moveTo>
                  <a:lnTo>
                    <a:pt x="440" y="127"/>
                  </a:lnTo>
                  <a:lnTo>
                    <a:pt x="440" y="127"/>
                  </a:lnTo>
                  <a:lnTo>
                    <a:pt x="352" y="238"/>
                  </a:lnTo>
                  <a:lnTo>
                    <a:pt x="402" y="238"/>
                  </a:lnTo>
                  <a:lnTo>
                    <a:pt x="380" y="315"/>
                  </a:lnTo>
                  <a:lnTo>
                    <a:pt x="384" y="315"/>
                  </a:lnTo>
                  <a:lnTo>
                    <a:pt x="472" y="204"/>
                  </a:lnTo>
                  <a:lnTo>
                    <a:pt x="472" y="204"/>
                  </a:lnTo>
                  <a:lnTo>
                    <a:pt x="422" y="204"/>
                  </a:lnTo>
                  <a:lnTo>
                    <a:pt x="422" y="204"/>
                  </a:lnTo>
                  <a:lnTo>
                    <a:pt x="444" y="127"/>
                  </a:lnTo>
                  <a:lnTo>
                    <a:pt x="444" y="1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280">
              <a:extLst>
                <a:ext uri="{FF2B5EF4-FFF2-40B4-BE49-F238E27FC236}">
                  <a16:creationId xmlns:a16="http://schemas.microsoft.com/office/drawing/2014/main" id="{1FBE7058-F9A6-DA4C-2B66-C566B3CD0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2273"/>
              <a:ext cx="49" cy="26"/>
            </a:xfrm>
            <a:custGeom>
              <a:avLst/>
              <a:gdLst>
                <a:gd name="T0" fmla="*/ 65 w 98"/>
                <a:gd name="T1" fmla="*/ 52 h 52"/>
                <a:gd name="T2" fmla="*/ 0 w 98"/>
                <a:gd name="T3" fmla="*/ 52 h 52"/>
                <a:gd name="T4" fmla="*/ 30 w 98"/>
                <a:gd name="T5" fmla="*/ 0 h 52"/>
                <a:gd name="T6" fmla="*/ 98 w 98"/>
                <a:gd name="T7" fmla="*/ 0 h 52"/>
                <a:gd name="T8" fmla="*/ 65 w 9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65" y="52"/>
                  </a:moveTo>
                  <a:lnTo>
                    <a:pt x="0" y="52"/>
                  </a:lnTo>
                  <a:lnTo>
                    <a:pt x="30" y="0"/>
                  </a:lnTo>
                  <a:lnTo>
                    <a:pt x="98" y="0"/>
                  </a:lnTo>
                  <a:lnTo>
                    <a:pt x="65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281">
              <a:extLst>
                <a:ext uri="{FF2B5EF4-FFF2-40B4-BE49-F238E27FC236}">
                  <a16:creationId xmlns:a16="http://schemas.microsoft.com/office/drawing/2014/main" id="{96FD1088-23EC-C273-1A92-404F34DDD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" y="2273"/>
              <a:ext cx="49" cy="26"/>
            </a:xfrm>
            <a:custGeom>
              <a:avLst/>
              <a:gdLst>
                <a:gd name="T0" fmla="*/ 0 w 98"/>
                <a:gd name="T1" fmla="*/ 52 h 52"/>
                <a:gd name="T2" fmla="*/ 31 w 98"/>
                <a:gd name="T3" fmla="*/ 0 h 52"/>
                <a:gd name="T4" fmla="*/ 98 w 98"/>
                <a:gd name="T5" fmla="*/ 0 h 52"/>
                <a:gd name="T6" fmla="*/ 67 w 98"/>
                <a:gd name="T7" fmla="*/ 52 h 52"/>
                <a:gd name="T8" fmla="*/ 0 w 9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0" y="52"/>
                  </a:moveTo>
                  <a:lnTo>
                    <a:pt x="31" y="0"/>
                  </a:lnTo>
                  <a:lnTo>
                    <a:pt x="98" y="0"/>
                  </a:lnTo>
                  <a:lnTo>
                    <a:pt x="67" y="52"/>
                  </a:lnTo>
                  <a:lnTo>
                    <a:pt x="0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282">
              <a:extLst>
                <a:ext uri="{FF2B5EF4-FFF2-40B4-BE49-F238E27FC236}">
                  <a16:creationId xmlns:a16="http://schemas.microsoft.com/office/drawing/2014/main" id="{B141942E-6AE3-AA5E-1FFD-CA4443431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2273"/>
              <a:ext cx="49" cy="26"/>
            </a:xfrm>
            <a:custGeom>
              <a:avLst/>
              <a:gdLst>
                <a:gd name="T0" fmla="*/ 68 w 99"/>
                <a:gd name="T1" fmla="*/ 52 h 52"/>
                <a:gd name="T2" fmla="*/ 0 w 99"/>
                <a:gd name="T3" fmla="*/ 52 h 52"/>
                <a:gd name="T4" fmla="*/ 31 w 99"/>
                <a:gd name="T5" fmla="*/ 0 h 52"/>
                <a:gd name="T6" fmla="*/ 99 w 99"/>
                <a:gd name="T7" fmla="*/ 0 h 52"/>
                <a:gd name="T8" fmla="*/ 68 w 99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52">
                  <a:moveTo>
                    <a:pt x="68" y="52"/>
                  </a:moveTo>
                  <a:lnTo>
                    <a:pt x="0" y="52"/>
                  </a:lnTo>
                  <a:lnTo>
                    <a:pt x="31" y="0"/>
                  </a:lnTo>
                  <a:lnTo>
                    <a:pt x="99" y="0"/>
                  </a:lnTo>
                  <a:lnTo>
                    <a:pt x="68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283">
              <a:extLst>
                <a:ext uri="{FF2B5EF4-FFF2-40B4-BE49-F238E27FC236}">
                  <a16:creationId xmlns:a16="http://schemas.microsoft.com/office/drawing/2014/main" id="{02E8DBF5-2637-E917-352D-40C41AAEA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2238"/>
              <a:ext cx="49" cy="26"/>
            </a:xfrm>
            <a:custGeom>
              <a:avLst/>
              <a:gdLst>
                <a:gd name="T0" fmla="*/ 30 w 98"/>
                <a:gd name="T1" fmla="*/ 0 h 52"/>
                <a:gd name="T2" fmla="*/ 98 w 98"/>
                <a:gd name="T3" fmla="*/ 0 h 52"/>
                <a:gd name="T4" fmla="*/ 67 w 98"/>
                <a:gd name="T5" fmla="*/ 52 h 52"/>
                <a:gd name="T6" fmla="*/ 0 w 98"/>
                <a:gd name="T7" fmla="*/ 52 h 52"/>
                <a:gd name="T8" fmla="*/ 30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30" y="0"/>
                  </a:moveTo>
                  <a:lnTo>
                    <a:pt x="98" y="0"/>
                  </a:lnTo>
                  <a:lnTo>
                    <a:pt x="67" y="52"/>
                  </a:lnTo>
                  <a:lnTo>
                    <a:pt x="0" y="52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284">
              <a:extLst>
                <a:ext uri="{FF2B5EF4-FFF2-40B4-BE49-F238E27FC236}">
                  <a16:creationId xmlns:a16="http://schemas.microsoft.com/office/drawing/2014/main" id="{39644A6C-92FF-CF5A-C194-20B111EE3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2238"/>
              <a:ext cx="49" cy="26"/>
            </a:xfrm>
            <a:custGeom>
              <a:avLst/>
              <a:gdLst>
                <a:gd name="T0" fmla="*/ 98 w 98"/>
                <a:gd name="T1" fmla="*/ 0 h 52"/>
                <a:gd name="T2" fmla="*/ 67 w 98"/>
                <a:gd name="T3" fmla="*/ 52 h 52"/>
                <a:gd name="T4" fmla="*/ 0 w 98"/>
                <a:gd name="T5" fmla="*/ 52 h 52"/>
                <a:gd name="T6" fmla="*/ 31 w 98"/>
                <a:gd name="T7" fmla="*/ 0 h 52"/>
                <a:gd name="T8" fmla="*/ 98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98" y="0"/>
                  </a:moveTo>
                  <a:lnTo>
                    <a:pt x="67" y="52"/>
                  </a:lnTo>
                  <a:lnTo>
                    <a:pt x="0" y="52"/>
                  </a:lnTo>
                  <a:lnTo>
                    <a:pt x="31" y="0"/>
                  </a:lnTo>
                  <a:lnTo>
                    <a:pt x="9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285">
              <a:extLst>
                <a:ext uri="{FF2B5EF4-FFF2-40B4-BE49-F238E27FC236}">
                  <a16:creationId xmlns:a16="http://schemas.microsoft.com/office/drawing/2014/main" id="{D844202C-8C3E-5779-4AD9-67B653A02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2238"/>
              <a:ext cx="49" cy="26"/>
            </a:xfrm>
            <a:custGeom>
              <a:avLst/>
              <a:gdLst>
                <a:gd name="T0" fmla="*/ 30 w 98"/>
                <a:gd name="T1" fmla="*/ 0 h 52"/>
                <a:gd name="T2" fmla="*/ 98 w 98"/>
                <a:gd name="T3" fmla="*/ 0 h 52"/>
                <a:gd name="T4" fmla="*/ 65 w 98"/>
                <a:gd name="T5" fmla="*/ 52 h 52"/>
                <a:gd name="T6" fmla="*/ 0 w 98"/>
                <a:gd name="T7" fmla="*/ 52 h 52"/>
                <a:gd name="T8" fmla="*/ 30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30" y="0"/>
                  </a:moveTo>
                  <a:lnTo>
                    <a:pt x="98" y="0"/>
                  </a:lnTo>
                  <a:lnTo>
                    <a:pt x="65" y="52"/>
                  </a:lnTo>
                  <a:lnTo>
                    <a:pt x="0" y="52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286">
              <a:extLst>
                <a:ext uri="{FF2B5EF4-FFF2-40B4-BE49-F238E27FC236}">
                  <a16:creationId xmlns:a16="http://schemas.microsoft.com/office/drawing/2014/main" id="{94012365-E249-956F-A72F-6BA583A90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" y="2202"/>
              <a:ext cx="49" cy="26"/>
            </a:xfrm>
            <a:custGeom>
              <a:avLst/>
              <a:gdLst>
                <a:gd name="T0" fmla="*/ 98 w 98"/>
                <a:gd name="T1" fmla="*/ 0 h 52"/>
                <a:gd name="T2" fmla="*/ 66 w 98"/>
                <a:gd name="T3" fmla="*/ 52 h 52"/>
                <a:gd name="T4" fmla="*/ 0 w 98"/>
                <a:gd name="T5" fmla="*/ 52 h 52"/>
                <a:gd name="T6" fmla="*/ 30 w 98"/>
                <a:gd name="T7" fmla="*/ 0 h 52"/>
                <a:gd name="T8" fmla="*/ 98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98" y="0"/>
                  </a:moveTo>
                  <a:lnTo>
                    <a:pt x="66" y="52"/>
                  </a:lnTo>
                  <a:lnTo>
                    <a:pt x="0" y="52"/>
                  </a:lnTo>
                  <a:lnTo>
                    <a:pt x="30" y="0"/>
                  </a:lnTo>
                  <a:lnTo>
                    <a:pt x="9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287">
              <a:extLst>
                <a:ext uri="{FF2B5EF4-FFF2-40B4-BE49-F238E27FC236}">
                  <a16:creationId xmlns:a16="http://schemas.microsoft.com/office/drawing/2014/main" id="{FF4F52DA-13DF-EBFA-6DB2-D52A1C03C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2202"/>
              <a:ext cx="50" cy="26"/>
            </a:xfrm>
            <a:custGeom>
              <a:avLst/>
              <a:gdLst>
                <a:gd name="T0" fmla="*/ 67 w 98"/>
                <a:gd name="T1" fmla="*/ 52 h 52"/>
                <a:gd name="T2" fmla="*/ 0 w 98"/>
                <a:gd name="T3" fmla="*/ 52 h 52"/>
                <a:gd name="T4" fmla="*/ 31 w 98"/>
                <a:gd name="T5" fmla="*/ 0 h 52"/>
                <a:gd name="T6" fmla="*/ 98 w 98"/>
                <a:gd name="T7" fmla="*/ 0 h 52"/>
                <a:gd name="T8" fmla="*/ 67 w 9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67" y="52"/>
                  </a:moveTo>
                  <a:lnTo>
                    <a:pt x="0" y="52"/>
                  </a:lnTo>
                  <a:lnTo>
                    <a:pt x="31" y="0"/>
                  </a:lnTo>
                  <a:lnTo>
                    <a:pt x="98" y="0"/>
                  </a:lnTo>
                  <a:lnTo>
                    <a:pt x="67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288">
              <a:extLst>
                <a:ext uri="{FF2B5EF4-FFF2-40B4-BE49-F238E27FC236}">
                  <a16:creationId xmlns:a16="http://schemas.microsoft.com/office/drawing/2014/main" id="{FF91124D-64A7-E5C3-44AB-1B6B44EEF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" y="2202"/>
              <a:ext cx="49" cy="26"/>
            </a:xfrm>
            <a:custGeom>
              <a:avLst/>
              <a:gdLst>
                <a:gd name="T0" fmla="*/ 30 w 98"/>
                <a:gd name="T1" fmla="*/ 0 h 52"/>
                <a:gd name="T2" fmla="*/ 98 w 98"/>
                <a:gd name="T3" fmla="*/ 0 h 52"/>
                <a:gd name="T4" fmla="*/ 67 w 98"/>
                <a:gd name="T5" fmla="*/ 52 h 52"/>
                <a:gd name="T6" fmla="*/ 0 w 98"/>
                <a:gd name="T7" fmla="*/ 52 h 52"/>
                <a:gd name="T8" fmla="*/ 30 w 98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52">
                  <a:moveTo>
                    <a:pt x="30" y="0"/>
                  </a:moveTo>
                  <a:lnTo>
                    <a:pt x="98" y="0"/>
                  </a:lnTo>
                  <a:lnTo>
                    <a:pt x="67" y="52"/>
                  </a:lnTo>
                  <a:lnTo>
                    <a:pt x="0" y="52"/>
                  </a:lnTo>
                  <a:lnTo>
                    <a:pt x="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Freeform 289">
              <a:extLst>
                <a:ext uri="{FF2B5EF4-FFF2-40B4-BE49-F238E27FC236}">
                  <a16:creationId xmlns:a16="http://schemas.microsoft.com/office/drawing/2014/main" id="{BE483CFF-141E-DE0F-0CE8-E7B55AA23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2096"/>
              <a:ext cx="225" cy="126"/>
            </a:xfrm>
            <a:custGeom>
              <a:avLst/>
              <a:gdLst>
                <a:gd name="T0" fmla="*/ 297 w 452"/>
                <a:gd name="T1" fmla="*/ 159 h 253"/>
                <a:gd name="T2" fmla="*/ 297 w 452"/>
                <a:gd name="T3" fmla="*/ 159 h 253"/>
                <a:gd name="T4" fmla="*/ 290 w 452"/>
                <a:gd name="T5" fmla="*/ 150 h 253"/>
                <a:gd name="T6" fmla="*/ 290 w 452"/>
                <a:gd name="T7" fmla="*/ 150 h 253"/>
                <a:gd name="T8" fmla="*/ 283 w 452"/>
                <a:gd name="T9" fmla="*/ 145 h 253"/>
                <a:gd name="T10" fmla="*/ 276 w 452"/>
                <a:gd name="T11" fmla="*/ 139 h 253"/>
                <a:gd name="T12" fmla="*/ 268 w 452"/>
                <a:gd name="T13" fmla="*/ 135 h 253"/>
                <a:gd name="T14" fmla="*/ 261 w 452"/>
                <a:gd name="T15" fmla="*/ 131 h 253"/>
                <a:gd name="T16" fmla="*/ 253 w 452"/>
                <a:gd name="T17" fmla="*/ 128 h 253"/>
                <a:gd name="T18" fmla="*/ 244 w 452"/>
                <a:gd name="T19" fmla="*/ 126 h 253"/>
                <a:gd name="T20" fmla="*/ 236 w 452"/>
                <a:gd name="T21" fmla="*/ 125 h 253"/>
                <a:gd name="T22" fmla="*/ 226 w 452"/>
                <a:gd name="T23" fmla="*/ 124 h 253"/>
                <a:gd name="T24" fmla="*/ 226 w 452"/>
                <a:gd name="T25" fmla="*/ 124 h 253"/>
                <a:gd name="T26" fmla="*/ 213 w 452"/>
                <a:gd name="T27" fmla="*/ 125 h 253"/>
                <a:gd name="T28" fmla="*/ 201 w 452"/>
                <a:gd name="T29" fmla="*/ 128 h 253"/>
                <a:gd name="T30" fmla="*/ 188 w 452"/>
                <a:gd name="T31" fmla="*/ 132 h 253"/>
                <a:gd name="T32" fmla="*/ 178 w 452"/>
                <a:gd name="T33" fmla="*/ 138 h 253"/>
                <a:gd name="T34" fmla="*/ 178 w 452"/>
                <a:gd name="T35" fmla="*/ 138 h 253"/>
                <a:gd name="T36" fmla="*/ 170 w 452"/>
                <a:gd name="T37" fmla="*/ 143 h 253"/>
                <a:gd name="T38" fmla="*/ 163 w 452"/>
                <a:gd name="T39" fmla="*/ 150 h 253"/>
                <a:gd name="T40" fmla="*/ 163 w 452"/>
                <a:gd name="T41" fmla="*/ 150 h 253"/>
                <a:gd name="T42" fmla="*/ 155 w 452"/>
                <a:gd name="T43" fmla="*/ 160 h 253"/>
                <a:gd name="T44" fmla="*/ 147 w 452"/>
                <a:gd name="T45" fmla="*/ 170 h 253"/>
                <a:gd name="T46" fmla="*/ 142 w 452"/>
                <a:gd name="T47" fmla="*/ 181 h 253"/>
                <a:gd name="T48" fmla="*/ 138 w 452"/>
                <a:gd name="T49" fmla="*/ 194 h 253"/>
                <a:gd name="T50" fmla="*/ 138 w 452"/>
                <a:gd name="T51" fmla="*/ 194 h 253"/>
                <a:gd name="T52" fmla="*/ 87 w 452"/>
                <a:gd name="T53" fmla="*/ 194 h 253"/>
                <a:gd name="T54" fmla="*/ 87 w 452"/>
                <a:gd name="T55" fmla="*/ 194 h 253"/>
                <a:gd name="T56" fmla="*/ 52 w 452"/>
                <a:gd name="T57" fmla="*/ 253 h 253"/>
                <a:gd name="T58" fmla="*/ 52 w 452"/>
                <a:gd name="T59" fmla="*/ 253 h 253"/>
                <a:gd name="T60" fmla="*/ 0 w 452"/>
                <a:gd name="T61" fmla="*/ 213 h 253"/>
                <a:gd name="T62" fmla="*/ 70 w 452"/>
                <a:gd name="T63" fmla="*/ 163 h 253"/>
                <a:gd name="T64" fmla="*/ 44 w 452"/>
                <a:gd name="T65" fmla="*/ 81 h 253"/>
                <a:gd name="T66" fmla="*/ 129 w 452"/>
                <a:gd name="T67" fmla="*/ 81 h 253"/>
                <a:gd name="T68" fmla="*/ 156 w 452"/>
                <a:gd name="T69" fmla="*/ 0 h 253"/>
                <a:gd name="T70" fmla="*/ 226 w 452"/>
                <a:gd name="T71" fmla="*/ 51 h 253"/>
                <a:gd name="T72" fmla="*/ 296 w 452"/>
                <a:gd name="T73" fmla="*/ 0 h 253"/>
                <a:gd name="T74" fmla="*/ 323 w 452"/>
                <a:gd name="T75" fmla="*/ 81 h 253"/>
                <a:gd name="T76" fmla="*/ 408 w 452"/>
                <a:gd name="T77" fmla="*/ 81 h 253"/>
                <a:gd name="T78" fmla="*/ 382 w 452"/>
                <a:gd name="T79" fmla="*/ 163 h 253"/>
                <a:gd name="T80" fmla="*/ 452 w 452"/>
                <a:gd name="T81" fmla="*/ 213 h 253"/>
                <a:gd name="T82" fmla="*/ 400 w 452"/>
                <a:gd name="T83" fmla="*/ 253 h 253"/>
                <a:gd name="T84" fmla="*/ 400 w 452"/>
                <a:gd name="T85" fmla="*/ 253 h 253"/>
                <a:gd name="T86" fmla="*/ 365 w 452"/>
                <a:gd name="T87" fmla="*/ 194 h 253"/>
                <a:gd name="T88" fmla="*/ 365 w 452"/>
                <a:gd name="T89" fmla="*/ 194 h 253"/>
                <a:gd name="T90" fmla="*/ 314 w 452"/>
                <a:gd name="T91" fmla="*/ 194 h 253"/>
                <a:gd name="T92" fmla="*/ 314 w 452"/>
                <a:gd name="T93" fmla="*/ 194 h 253"/>
                <a:gd name="T94" fmla="*/ 312 w 452"/>
                <a:gd name="T95" fmla="*/ 184 h 253"/>
                <a:gd name="T96" fmla="*/ 307 w 452"/>
                <a:gd name="T97" fmla="*/ 175 h 253"/>
                <a:gd name="T98" fmla="*/ 303 w 452"/>
                <a:gd name="T99" fmla="*/ 167 h 253"/>
                <a:gd name="T100" fmla="*/ 297 w 452"/>
                <a:gd name="T101" fmla="*/ 159 h 253"/>
                <a:gd name="T102" fmla="*/ 297 w 452"/>
                <a:gd name="T103" fmla="*/ 159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52" h="253">
                  <a:moveTo>
                    <a:pt x="297" y="159"/>
                  </a:moveTo>
                  <a:lnTo>
                    <a:pt x="297" y="159"/>
                  </a:lnTo>
                  <a:lnTo>
                    <a:pt x="290" y="150"/>
                  </a:lnTo>
                  <a:lnTo>
                    <a:pt x="290" y="150"/>
                  </a:lnTo>
                  <a:lnTo>
                    <a:pt x="283" y="145"/>
                  </a:lnTo>
                  <a:lnTo>
                    <a:pt x="276" y="139"/>
                  </a:lnTo>
                  <a:lnTo>
                    <a:pt x="268" y="135"/>
                  </a:lnTo>
                  <a:lnTo>
                    <a:pt x="261" y="131"/>
                  </a:lnTo>
                  <a:lnTo>
                    <a:pt x="253" y="128"/>
                  </a:lnTo>
                  <a:lnTo>
                    <a:pt x="244" y="126"/>
                  </a:lnTo>
                  <a:lnTo>
                    <a:pt x="236" y="125"/>
                  </a:lnTo>
                  <a:lnTo>
                    <a:pt x="226" y="124"/>
                  </a:lnTo>
                  <a:lnTo>
                    <a:pt x="226" y="124"/>
                  </a:lnTo>
                  <a:lnTo>
                    <a:pt x="213" y="125"/>
                  </a:lnTo>
                  <a:lnTo>
                    <a:pt x="201" y="128"/>
                  </a:lnTo>
                  <a:lnTo>
                    <a:pt x="188" y="132"/>
                  </a:lnTo>
                  <a:lnTo>
                    <a:pt x="178" y="138"/>
                  </a:lnTo>
                  <a:lnTo>
                    <a:pt x="178" y="138"/>
                  </a:lnTo>
                  <a:lnTo>
                    <a:pt x="170" y="143"/>
                  </a:lnTo>
                  <a:lnTo>
                    <a:pt x="163" y="150"/>
                  </a:lnTo>
                  <a:lnTo>
                    <a:pt x="163" y="150"/>
                  </a:lnTo>
                  <a:lnTo>
                    <a:pt x="155" y="160"/>
                  </a:lnTo>
                  <a:lnTo>
                    <a:pt x="147" y="170"/>
                  </a:lnTo>
                  <a:lnTo>
                    <a:pt x="142" y="181"/>
                  </a:lnTo>
                  <a:lnTo>
                    <a:pt x="138" y="194"/>
                  </a:lnTo>
                  <a:lnTo>
                    <a:pt x="138" y="194"/>
                  </a:lnTo>
                  <a:lnTo>
                    <a:pt x="87" y="194"/>
                  </a:lnTo>
                  <a:lnTo>
                    <a:pt x="87" y="194"/>
                  </a:lnTo>
                  <a:lnTo>
                    <a:pt x="52" y="253"/>
                  </a:lnTo>
                  <a:lnTo>
                    <a:pt x="52" y="253"/>
                  </a:lnTo>
                  <a:lnTo>
                    <a:pt x="0" y="213"/>
                  </a:lnTo>
                  <a:lnTo>
                    <a:pt x="70" y="163"/>
                  </a:lnTo>
                  <a:lnTo>
                    <a:pt x="44" y="81"/>
                  </a:lnTo>
                  <a:lnTo>
                    <a:pt x="129" y="81"/>
                  </a:lnTo>
                  <a:lnTo>
                    <a:pt x="156" y="0"/>
                  </a:lnTo>
                  <a:lnTo>
                    <a:pt x="226" y="51"/>
                  </a:lnTo>
                  <a:lnTo>
                    <a:pt x="296" y="0"/>
                  </a:lnTo>
                  <a:lnTo>
                    <a:pt x="323" y="81"/>
                  </a:lnTo>
                  <a:lnTo>
                    <a:pt x="408" y="81"/>
                  </a:lnTo>
                  <a:lnTo>
                    <a:pt x="382" y="163"/>
                  </a:lnTo>
                  <a:lnTo>
                    <a:pt x="452" y="213"/>
                  </a:lnTo>
                  <a:lnTo>
                    <a:pt x="400" y="253"/>
                  </a:lnTo>
                  <a:lnTo>
                    <a:pt x="400" y="253"/>
                  </a:lnTo>
                  <a:lnTo>
                    <a:pt x="365" y="194"/>
                  </a:lnTo>
                  <a:lnTo>
                    <a:pt x="365" y="194"/>
                  </a:lnTo>
                  <a:lnTo>
                    <a:pt x="314" y="194"/>
                  </a:lnTo>
                  <a:lnTo>
                    <a:pt x="314" y="194"/>
                  </a:lnTo>
                  <a:lnTo>
                    <a:pt x="312" y="184"/>
                  </a:lnTo>
                  <a:lnTo>
                    <a:pt x="307" y="175"/>
                  </a:lnTo>
                  <a:lnTo>
                    <a:pt x="303" y="167"/>
                  </a:lnTo>
                  <a:lnTo>
                    <a:pt x="297" y="159"/>
                  </a:lnTo>
                  <a:lnTo>
                    <a:pt x="297" y="1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944F3BD-D97C-9EE6-619D-59987396AA51}"/>
              </a:ext>
            </a:extLst>
          </p:cNvPr>
          <p:cNvGrpSpPr/>
          <p:nvPr/>
        </p:nvGrpSpPr>
        <p:grpSpPr>
          <a:xfrm>
            <a:off x="9254960" y="3589080"/>
            <a:ext cx="512259" cy="454917"/>
            <a:chOff x="9132449" y="3337855"/>
            <a:chExt cx="606425" cy="538542"/>
          </a:xfrm>
          <a:solidFill>
            <a:schemeClr val="tx1"/>
          </a:solidFill>
        </p:grpSpPr>
        <p:grpSp>
          <p:nvGrpSpPr>
            <p:cNvPr id="3" name="Group 12">
              <a:extLst>
                <a:ext uri="{FF2B5EF4-FFF2-40B4-BE49-F238E27FC236}">
                  <a16:creationId xmlns:a16="http://schemas.microsoft.com/office/drawing/2014/main" id="{D7B3EC55-4A66-E10D-3212-5E36A11CFF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132449" y="3337855"/>
              <a:ext cx="606425" cy="538542"/>
              <a:chOff x="3170" y="1565"/>
              <a:chExt cx="1340" cy="1190"/>
            </a:xfrm>
            <a:grpFill/>
          </p:grpSpPr>
          <p:sp>
            <p:nvSpPr>
              <p:cNvPr id="9" name="Freeform 13">
                <a:extLst>
                  <a:ext uri="{FF2B5EF4-FFF2-40B4-BE49-F238E27FC236}">
                    <a16:creationId xmlns:a16="http://schemas.microsoft.com/office/drawing/2014/main" id="{F3B90D2D-D060-6384-8347-81198C32715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70" y="1565"/>
                <a:ext cx="996" cy="855"/>
              </a:xfrm>
              <a:custGeom>
                <a:avLst/>
                <a:gdLst>
                  <a:gd name="T0" fmla="*/ 2759 w 2989"/>
                  <a:gd name="T1" fmla="*/ 130 h 2564"/>
                  <a:gd name="T2" fmla="*/ 2819 w 2989"/>
                  <a:gd name="T3" fmla="*/ 120 h 2564"/>
                  <a:gd name="T4" fmla="*/ 2865 w 2989"/>
                  <a:gd name="T5" fmla="*/ 152 h 2564"/>
                  <a:gd name="T6" fmla="*/ 2878 w 2989"/>
                  <a:gd name="T7" fmla="*/ 198 h 2564"/>
                  <a:gd name="T8" fmla="*/ 2858 w 2989"/>
                  <a:gd name="T9" fmla="*/ 221 h 2564"/>
                  <a:gd name="T10" fmla="*/ 1585 w 2989"/>
                  <a:gd name="T11" fmla="*/ 1135 h 2564"/>
                  <a:gd name="T12" fmla="*/ 1567 w 2989"/>
                  <a:gd name="T13" fmla="*/ 1086 h 2564"/>
                  <a:gd name="T14" fmla="*/ 1535 w 2989"/>
                  <a:gd name="T15" fmla="*/ 1066 h 2564"/>
                  <a:gd name="T16" fmla="*/ 1567 w 2989"/>
                  <a:gd name="T17" fmla="*/ 1020 h 2564"/>
                  <a:gd name="T18" fmla="*/ 1383 w 2989"/>
                  <a:gd name="T19" fmla="*/ 1199 h 2564"/>
                  <a:gd name="T20" fmla="*/ 1418 w 2989"/>
                  <a:gd name="T21" fmla="*/ 1213 h 2564"/>
                  <a:gd name="T22" fmla="*/ 1443 w 2989"/>
                  <a:gd name="T23" fmla="*/ 1245 h 2564"/>
                  <a:gd name="T24" fmla="*/ 2078 w 2989"/>
                  <a:gd name="T25" fmla="*/ 1141 h 2564"/>
                  <a:gd name="T26" fmla="*/ 2084 w 2989"/>
                  <a:gd name="T27" fmla="*/ 1105 h 2564"/>
                  <a:gd name="T28" fmla="*/ 2120 w 2989"/>
                  <a:gd name="T29" fmla="*/ 1067 h 2564"/>
                  <a:gd name="T30" fmla="*/ 2155 w 2989"/>
                  <a:gd name="T31" fmla="*/ 1061 h 2564"/>
                  <a:gd name="T32" fmla="*/ 2365 w 2989"/>
                  <a:gd name="T33" fmla="*/ 935 h 2564"/>
                  <a:gd name="T34" fmla="*/ 2371 w 2989"/>
                  <a:gd name="T35" fmla="*/ 855 h 2564"/>
                  <a:gd name="T36" fmla="*/ 2404 w 2989"/>
                  <a:gd name="T37" fmla="*/ 819 h 2564"/>
                  <a:gd name="T38" fmla="*/ 2443 w 2989"/>
                  <a:gd name="T39" fmla="*/ 812 h 2564"/>
                  <a:gd name="T40" fmla="*/ 2488 w 2989"/>
                  <a:gd name="T41" fmla="*/ 837 h 2564"/>
                  <a:gd name="T42" fmla="*/ 2503 w 2989"/>
                  <a:gd name="T43" fmla="*/ 872 h 2564"/>
                  <a:gd name="T44" fmla="*/ 2652 w 2989"/>
                  <a:gd name="T45" fmla="*/ 632 h 2564"/>
                  <a:gd name="T46" fmla="*/ 2665 w 2989"/>
                  <a:gd name="T47" fmla="*/ 593 h 2564"/>
                  <a:gd name="T48" fmla="*/ 2706 w 2989"/>
                  <a:gd name="T49" fmla="*/ 564 h 2564"/>
                  <a:gd name="T50" fmla="*/ 2747 w 2989"/>
                  <a:gd name="T51" fmla="*/ 567 h 2564"/>
                  <a:gd name="T52" fmla="*/ 2784 w 2989"/>
                  <a:gd name="T53" fmla="*/ 603 h 2564"/>
                  <a:gd name="T54" fmla="*/ 2989 w 2989"/>
                  <a:gd name="T55" fmla="*/ 868 h 2564"/>
                  <a:gd name="T56" fmla="*/ 2986 w 2989"/>
                  <a:gd name="T57" fmla="*/ 125 h 2564"/>
                  <a:gd name="T58" fmla="*/ 2963 w 2989"/>
                  <a:gd name="T59" fmla="*/ 70 h 2564"/>
                  <a:gd name="T60" fmla="*/ 2921 w 2989"/>
                  <a:gd name="T61" fmla="*/ 26 h 2564"/>
                  <a:gd name="T62" fmla="*/ 2865 w 2989"/>
                  <a:gd name="T63" fmla="*/ 3 h 2564"/>
                  <a:gd name="T64" fmla="*/ 1524 w 2989"/>
                  <a:gd name="T65" fmla="*/ 0 h 2564"/>
                  <a:gd name="T66" fmla="*/ 1477 w 2989"/>
                  <a:gd name="T67" fmla="*/ 7 h 2564"/>
                  <a:gd name="T68" fmla="*/ 1433 w 2989"/>
                  <a:gd name="T69" fmla="*/ 29 h 2564"/>
                  <a:gd name="T70" fmla="*/ 65 w 2989"/>
                  <a:gd name="T71" fmla="*/ 1014 h 2564"/>
                  <a:gd name="T72" fmla="*/ 18 w 2989"/>
                  <a:gd name="T73" fmla="*/ 1070 h 2564"/>
                  <a:gd name="T74" fmla="*/ 0 w 2989"/>
                  <a:gd name="T75" fmla="*/ 1141 h 2564"/>
                  <a:gd name="T76" fmla="*/ 4 w 2989"/>
                  <a:gd name="T77" fmla="*/ 2442 h 2564"/>
                  <a:gd name="T78" fmla="*/ 26 w 2989"/>
                  <a:gd name="T79" fmla="*/ 2496 h 2564"/>
                  <a:gd name="T80" fmla="*/ 70 w 2989"/>
                  <a:gd name="T81" fmla="*/ 2538 h 2564"/>
                  <a:gd name="T82" fmla="*/ 124 w 2989"/>
                  <a:gd name="T83" fmla="*/ 2562 h 2564"/>
                  <a:gd name="T84" fmla="*/ 893 w 2989"/>
                  <a:gd name="T85" fmla="*/ 2428 h 2564"/>
                  <a:gd name="T86" fmla="*/ 171 w 2989"/>
                  <a:gd name="T87" fmla="*/ 2426 h 2564"/>
                  <a:gd name="T88" fmla="*/ 130 w 2989"/>
                  <a:gd name="T89" fmla="*/ 2403 h 2564"/>
                  <a:gd name="T90" fmla="*/ 106 w 2989"/>
                  <a:gd name="T91" fmla="*/ 2360 h 2564"/>
                  <a:gd name="T92" fmla="*/ 104 w 2989"/>
                  <a:gd name="T93" fmla="*/ 1283 h 2564"/>
                  <a:gd name="T94" fmla="*/ 111 w 2989"/>
                  <a:gd name="T95" fmla="*/ 1251 h 2564"/>
                  <a:gd name="T96" fmla="*/ 156 w 2989"/>
                  <a:gd name="T97" fmla="*/ 1205 h 2564"/>
                  <a:gd name="T98" fmla="*/ 189 w 2989"/>
                  <a:gd name="T99" fmla="*/ 1198 h 2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989" h="2564">
                    <a:moveTo>
                      <a:pt x="1567" y="1020"/>
                    </a:moveTo>
                    <a:lnTo>
                      <a:pt x="2739" y="145"/>
                    </a:lnTo>
                    <a:lnTo>
                      <a:pt x="2739" y="145"/>
                    </a:lnTo>
                    <a:lnTo>
                      <a:pt x="2759" y="130"/>
                    </a:lnTo>
                    <a:lnTo>
                      <a:pt x="2783" y="118"/>
                    </a:lnTo>
                    <a:lnTo>
                      <a:pt x="2804" y="118"/>
                    </a:lnTo>
                    <a:lnTo>
                      <a:pt x="2804" y="118"/>
                    </a:lnTo>
                    <a:lnTo>
                      <a:pt x="2819" y="120"/>
                    </a:lnTo>
                    <a:lnTo>
                      <a:pt x="2832" y="124"/>
                    </a:lnTo>
                    <a:lnTo>
                      <a:pt x="2844" y="131"/>
                    </a:lnTo>
                    <a:lnTo>
                      <a:pt x="2856" y="141"/>
                    </a:lnTo>
                    <a:lnTo>
                      <a:pt x="2865" y="152"/>
                    </a:lnTo>
                    <a:lnTo>
                      <a:pt x="2872" y="164"/>
                    </a:lnTo>
                    <a:lnTo>
                      <a:pt x="2876" y="177"/>
                    </a:lnTo>
                    <a:lnTo>
                      <a:pt x="2878" y="192"/>
                    </a:lnTo>
                    <a:lnTo>
                      <a:pt x="2878" y="198"/>
                    </a:lnTo>
                    <a:lnTo>
                      <a:pt x="2878" y="198"/>
                    </a:lnTo>
                    <a:lnTo>
                      <a:pt x="2872" y="206"/>
                    </a:lnTo>
                    <a:lnTo>
                      <a:pt x="2865" y="213"/>
                    </a:lnTo>
                    <a:lnTo>
                      <a:pt x="2858" y="221"/>
                    </a:lnTo>
                    <a:lnTo>
                      <a:pt x="2851" y="227"/>
                    </a:lnTo>
                    <a:lnTo>
                      <a:pt x="1585" y="1177"/>
                    </a:lnTo>
                    <a:lnTo>
                      <a:pt x="1585" y="1135"/>
                    </a:lnTo>
                    <a:lnTo>
                      <a:pt x="1585" y="1135"/>
                    </a:lnTo>
                    <a:lnTo>
                      <a:pt x="1584" y="1121"/>
                    </a:lnTo>
                    <a:lnTo>
                      <a:pt x="1581" y="1109"/>
                    </a:lnTo>
                    <a:lnTo>
                      <a:pt x="1575" y="1096"/>
                    </a:lnTo>
                    <a:lnTo>
                      <a:pt x="1567" y="1086"/>
                    </a:lnTo>
                    <a:lnTo>
                      <a:pt x="1567" y="1086"/>
                    </a:lnTo>
                    <a:lnTo>
                      <a:pt x="1556" y="1075"/>
                    </a:lnTo>
                    <a:lnTo>
                      <a:pt x="1542" y="1068"/>
                    </a:lnTo>
                    <a:lnTo>
                      <a:pt x="1535" y="1066"/>
                    </a:lnTo>
                    <a:lnTo>
                      <a:pt x="1527" y="1063"/>
                    </a:lnTo>
                    <a:lnTo>
                      <a:pt x="1520" y="1061"/>
                    </a:lnTo>
                    <a:lnTo>
                      <a:pt x="1511" y="1061"/>
                    </a:lnTo>
                    <a:lnTo>
                      <a:pt x="1567" y="1020"/>
                    </a:lnTo>
                    <a:lnTo>
                      <a:pt x="1567" y="1020"/>
                    </a:lnTo>
                    <a:close/>
                    <a:moveTo>
                      <a:pt x="1375" y="1198"/>
                    </a:moveTo>
                    <a:lnTo>
                      <a:pt x="1375" y="1198"/>
                    </a:lnTo>
                    <a:lnTo>
                      <a:pt x="1383" y="1199"/>
                    </a:lnTo>
                    <a:lnTo>
                      <a:pt x="1390" y="1201"/>
                    </a:lnTo>
                    <a:lnTo>
                      <a:pt x="1399" y="1202"/>
                    </a:lnTo>
                    <a:lnTo>
                      <a:pt x="1405" y="1205"/>
                    </a:lnTo>
                    <a:lnTo>
                      <a:pt x="1418" y="1213"/>
                    </a:lnTo>
                    <a:lnTo>
                      <a:pt x="1429" y="1223"/>
                    </a:lnTo>
                    <a:lnTo>
                      <a:pt x="1429" y="1223"/>
                    </a:lnTo>
                    <a:lnTo>
                      <a:pt x="1438" y="1234"/>
                    </a:lnTo>
                    <a:lnTo>
                      <a:pt x="1443" y="1245"/>
                    </a:lnTo>
                    <a:lnTo>
                      <a:pt x="1447" y="1258"/>
                    </a:lnTo>
                    <a:lnTo>
                      <a:pt x="1449" y="1272"/>
                    </a:lnTo>
                    <a:lnTo>
                      <a:pt x="1449" y="1595"/>
                    </a:lnTo>
                    <a:lnTo>
                      <a:pt x="2078" y="1141"/>
                    </a:lnTo>
                    <a:lnTo>
                      <a:pt x="2078" y="1132"/>
                    </a:lnTo>
                    <a:lnTo>
                      <a:pt x="2078" y="1132"/>
                    </a:lnTo>
                    <a:lnTo>
                      <a:pt x="2080" y="1118"/>
                    </a:lnTo>
                    <a:lnTo>
                      <a:pt x="2084" y="1105"/>
                    </a:lnTo>
                    <a:lnTo>
                      <a:pt x="2089" y="1093"/>
                    </a:lnTo>
                    <a:lnTo>
                      <a:pt x="2098" y="1082"/>
                    </a:lnTo>
                    <a:lnTo>
                      <a:pt x="2108" y="1074"/>
                    </a:lnTo>
                    <a:lnTo>
                      <a:pt x="2120" y="1067"/>
                    </a:lnTo>
                    <a:lnTo>
                      <a:pt x="2133" y="1063"/>
                    </a:lnTo>
                    <a:lnTo>
                      <a:pt x="2147" y="1061"/>
                    </a:lnTo>
                    <a:lnTo>
                      <a:pt x="2147" y="1061"/>
                    </a:lnTo>
                    <a:lnTo>
                      <a:pt x="2155" y="1061"/>
                    </a:lnTo>
                    <a:lnTo>
                      <a:pt x="2163" y="1063"/>
                    </a:lnTo>
                    <a:lnTo>
                      <a:pt x="2172" y="1066"/>
                    </a:lnTo>
                    <a:lnTo>
                      <a:pt x="2179" y="1068"/>
                    </a:lnTo>
                    <a:lnTo>
                      <a:pt x="2365" y="935"/>
                    </a:lnTo>
                    <a:lnTo>
                      <a:pt x="2365" y="882"/>
                    </a:lnTo>
                    <a:lnTo>
                      <a:pt x="2365" y="882"/>
                    </a:lnTo>
                    <a:lnTo>
                      <a:pt x="2367" y="869"/>
                    </a:lnTo>
                    <a:lnTo>
                      <a:pt x="2371" y="855"/>
                    </a:lnTo>
                    <a:lnTo>
                      <a:pt x="2376" y="844"/>
                    </a:lnTo>
                    <a:lnTo>
                      <a:pt x="2385" y="834"/>
                    </a:lnTo>
                    <a:lnTo>
                      <a:pt x="2393" y="825"/>
                    </a:lnTo>
                    <a:lnTo>
                      <a:pt x="2404" y="819"/>
                    </a:lnTo>
                    <a:lnTo>
                      <a:pt x="2417" y="813"/>
                    </a:lnTo>
                    <a:lnTo>
                      <a:pt x="2431" y="812"/>
                    </a:lnTo>
                    <a:lnTo>
                      <a:pt x="2431" y="812"/>
                    </a:lnTo>
                    <a:lnTo>
                      <a:pt x="2443" y="812"/>
                    </a:lnTo>
                    <a:lnTo>
                      <a:pt x="2457" y="815"/>
                    </a:lnTo>
                    <a:lnTo>
                      <a:pt x="2468" y="820"/>
                    </a:lnTo>
                    <a:lnTo>
                      <a:pt x="2478" y="827"/>
                    </a:lnTo>
                    <a:lnTo>
                      <a:pt x="2488" y="837"/>
                    </a:lnTo>
                    <a:lnTo>
                      <a:pt x="2495" y="847"/>
                    </a:lnTo>
                    <a:lnTo>
                      <a:pt x="2500" y="859"/>
                    </a:lnTo>
                    <a:lnTo>
                      <a:pt x="2503" y="872"/>
                    </a:lnTo>
                    <a:lnTo>
                      <a:pt x="2503" y="872"/>
                    </a:lnTo>
                    <a:lnTo>
                      <a:pt x="2528" y="869"/>
                    </a:lnTo>
                    <a:lnTo>
                      <a:pt x="2553" y="868"/>
                    </a:lnTo>
                    <a:lnTo>
                      <a:pt x="2652" y="868"/>
                    </a:lnTo>
                    <a:lnTo>
                      <a:pt x="2652" y="632"/>
                    </a:lnTo>
                    <a:lnTo>
                      <a:pt x="2652" y="632"/>
                    </a:lnTo>
                    <a:lnTo>
                      <a:pt x="2654" y="618"/>
                    </a:lnTo>
                    <a:lnTo>
                      <a:pt x="2658" y="606"/>
                    </a:lnTo>
                    <a:lnTo>
                      <a:pt x="2665" y="593"/>
                    </a:lnTo>
                    <a:lnTo>
                      <a:pt x="2672" y="584"/>
                    </a:lnTo>
                    <a:lnTo>
                      <a:pt x="2683" y="575"/>
                    </a:lnTo>
                    <a:lnTo>
                      <a:pt x="2694" y="568"/>
                    </a:lnTo>
                    <a:lnTo>
                      <a:pt x="2706" y="564"/>
                    </a:lnTo>
                    <a:lnTo>
                      <a:pt x="2720" y="561"/>
                    </a:lnTo>
                    <a:lnTo>
                      <a:pt x="2720" y="561"/>
                    </a:lnTo>
                    <a:lnTo>
                      <a:pt x="2734" y="563"/>
                    </a:lnTo>
                    <a:lnTo>
                      <a:pt x="2747" y="567"/>
                    </a:lnTo>
                    <a:lnTo>
                      <a:pt x="2759" y="572"/>
                    </a:lnTo>
                    <a:lnTo>
                      <a:pt x="2769" y="581"/>
                    </a:lnTo>
                    <a:lnTo>
                      <a:pt x="2778" y="592"/>
                    </a:lnTo>
                    <a:lnTo>
                      <a:pt x="2784" y="603"/>
                    </a:lnTo>
                    <a:lnTo>
                      <a:pt x="2789" y="617"/>
                    </a:lnTo>
                    <a:lnTo>
                      <a:pt x="2790" y="631"/>
                    </a:lnTo>
                    <a:lnTo>
                      <a:pt x="2790" y="868"/>
                    </a:lnTo>
                    <a:lnTo>
                      <a:pt x="2989" y="868"/>
                    </a:lnTo>
                    <a:lnTo>
                      <a:pt x="2989" y="156"/>
                    </a:lnTo>
                    <a:lnTo>
                      <a:pt x="2989" y="156"/>
                    </a:lnTo>
                    <a:lnTo>
                      <a:pt x="2989" y="141"/>
                    </a:lnTo>
                    <a:lnTo>
                      <a:pt x="2986" y="125"/>
                    </a:lnTo>
                    <a:lnTo>
                      <a:pt x="2982" y="110"/>
                    </a:lnTo>
                    <a:lnTo>
                      <a:pt x="2977" y="96"/>
                    </a:lnTo>
                    <a:lnTo>
                      <a:pt x="2971" y="82"/>
                    </a:lnTo>
                    <a:lnTo>
                      <a:pt x="2963" y="70"/>
                    </a:lnTo>
                    <a:lnTo>
                      <a:pt x="2954" y="57"/>
                    </a:lnTo>
                    <a:lnTo>
                      <a:pt x="2943" y="46"/>
                    </a:lnTo>
                    <a:lnTo>
                      <a:pt x="2932" y="36"/>
                    </a:lnTo>
                    <a:lnTo>
                      <a:pt x="2921" y="26"/>
                    </a:lnTo>
                    <a:lnTo>
                      <a:pt x="2908" y="20"/>
                    </a:lnTo>
                    <a:lnTo>
                      <a:pt x="2895" y="13"/>
                    </a:lnTo>
                    <a:lnTo>
                      <a:pt x="2881" y="7"/>
                    </a:lnTo>
                    <a:lnTo>
                      <a:pt x="2865" y="3"/>
                    </a:lnTo>
                    <a:lnTo>
                      <a:pt x="2850" y="1"/>
                    </a:lnTo>
                    <a:lnTo>
                      <a:pt x="2833" y="0"/>
                    </a:lnTo>
                    <a:lnTo>
                      <a:pt x="1524" y="0"/>
                    </a:lnTo>
                    <a:lnTo>
                      <a:pt x="1524" y="0"/>
                    </a:lnTo>
                    <a:lnTo>
                      <a:pt x="1511" y="0"/>
                    </a:lnTo>
                    <a:lnTo>
                      <a:pt x="1500" y="3"/>
                    </a:lnTo>
                    <a:lnTo>
                      <a:pt x="1488" y="4"/>
                    </a:lnTo>
                    <a:lnTo>
                      <a:pt x="1477" y="7"/>
                    </a:lnTo>
                    <a:lnTo>
                      <a:pt x="1465" y="11"/>
                    </a:lnTo>
                    <a:lnTo>
                      <a:pt x="1454" y="17"/>
                    </a:lnTo>
                    <a:lnTo>
                      <a:pt x="1443" y="22"/>
                    </a:lnTo>
                    <a:lnTo>
                      <a:pt x="1433" y="29"/>
                    </a:lnTo>
                    <a:lnTo>
                      <a:pt x="1433" y="29"/>
                    </a:lnTo>
                    <a:lnTo>
                      <a:pt x="1432" y="29"/>
                    </a:lnTo>
                    <a:lnTo>
                      <a:pt x="65" y="1014"/>
                    </a:lnTo>
                    <a:lnTo>
                      <a:pt x="65" y="1014"/>
                    </a:lnTo>
                    <a:lnTo>
                      <a:pt x="52" y="1027"/>
                    </a:lnTo>
                    <a:lnTo>
                      <a:pt x="38" y="1039"/>
                    </a:lnTo>
                    <a:lnTo>
                      <a:pt x="26" y="1054"/>
                    </a:lnTo>
                    <a:lnTo>
                      <a:pt x="18" y="1070"/>
                    </a:lnTo>
                    <a:lnTo>
                      <a:pt x="11" y="1086"/>
                    </a:lnTo>
                    <a:lnTo>
                      <a:pt x="6" y="1105"/>
                    </a:lnTo>
                    <a:lnTo>
                      <a:pt x="1" y="1123"/>
                    </a:lnTo>
                    <a:lnTo>
                      <a:pt x="0" y="1141"/>
                    </a:lnTo>
                    <a:lnTo>
                      <a:pt x="0" y="2410"/>
                    </a:lnTo>
                    <a:lnTo>
                      <a:pt x="0" y="2410"/>
                    </a:lnTo>
                    <a:lnTo>
                      <a:pt x="1" y="2425"/>
                    </a:lnTo>
                    <a:lnTo>
                      <a:pt x="4" y="2442"/>
                    </a:lnTo>
                    <a:lnTo>
                      <a:pt x="7" y="2456"/>
                    </a:lnTo>
                    <a:lnTo>
                      <a:pt x="13" y="2470"/>
                    </a:lnTo>
                    <a:lnTo>
                      <a:pt x="20" y="2484"/>
                    </a:lnTo>
                    <a:lnTo>
                      <a:pt x="26" y="2496"/>
                    </a:lnTo>
                    <a:lnTo>
                      <a:pt x="36" y="2509"/>
                    </a:lnTo>
                    <a:lnTo>
                      <a:pt x="46" y="2520"/>
                    </a:lnTo>
                    <a:lnTo>
                      <a:pt x="57" y="2530"/>
                    </a:lnTo>
                    <a:lnTo>
                      <a:pt x="70" y="2538"/>
                    </a:lnTo>
                    <a:lnTo>
                      <a:pt x="82" y="2546"/>
                    </a:lnTo>
                    <a:lnTo>
                      <a:pt x="95" y="2553"/>
                    </a:lnTo>
                    <a:lnTo>
                      <a:pt x="110" y="2557"/>
                    </a:lnTo>
                    <a:lnTo>
                      <a:pt x="124" y="2562"/>
                    </a:lnTo>
                    <a:lnTo>
                      <a:pt x="139" y="2564"/>
                    </a:lnTo>
                    <a:lnTo>
                      <a:pt x="156" y="2564"/>
                    </a:lnTo>
                    <a:lnTo>
                      <a:pt x="893" y="2564"/>
                    </a:lnTo>
                    <a:lnTo>
                      <a:pt x="893" y="2428"/>
                    </a:lnTo>
                    <a:lnTo>
                      <a:pt x="189" y="2428"/>
                    </a:lnTo>
                    <a:lnTo>
                      <a:pt x="189" y="2428"/>
                    </a:lnTo>
                    <a:lnTo>
                      <a:pt x="180" y="2428"/>
                    </a:lnTo>
                    <a:lnTo>
                      <a:pt x="171" y="2426"/>
                    </a:lnTo>
                    <a:lnTo>
                      <a:pt x="164" y="2424"/>
                    </a:lnTo>
                    <a:lnTo>
                      <a:pt x="156" y="2421"/>
                    </a:lnTo>
                    <a:lnTo>
                      <a:pt x="142" y="2413"/>
                    </a:lnTo>
                    <a:lnTo>
                      <a:pt x="130" y="2403"/>
                    </a:lnTo>
                    <a:lnTo>
                      <a:pt x="118" y="2390"/>
                    </a:lnTo>
                    <a:lnTo>
                      <a:pt x="111" y="2376"/>
                    </a:lnTo>
                    <a:lnTo>
                      <a:pt x="107" y="2368"/>
                    </a:lnTo>
                    <a:lnTo>
                      <a:pt x="106" y="2360"/>
                    </a:lnTo>
                    <a:lnTo>
                      <a:pt x="104" y="2351"/>
                    </a:lnTo>
                    <a:lnTo>
                      <a:pt x="104" y="2343"/>
                    </a:lnTo>
                    <a:lnTo>
                      <a:pt x="104" y="1283"/>
                    </a:lnTo>
                    <a:lnTo>
                      <a:pt x="104" y="1283"/>
                    </a:lnTo>
                    <a:lnTo>
                      <a:pt x="104" y="1275"/>
                    </a:lnTo>
                    <a:lnTo>
                      <a:pt x="106" y="1266"/>
                    </a:lnTo>
                    <a:lnTo>
                      <a:pt x="107" y="1258"/>
                    </a:lnTo>
                    <a:lnTo>
                      <a:pt x="111" y="1251"/>
                    </a:lnTo>
                    <a:lnTo>
                      <a:pt x="118" y="1236"/>
                    </a:lnTo>
                    <a:lnTo>
                      <a:pt x="130" y="1223"/>
                    </a:lnTo>
                    <a:lnTo>
                      <a:pt x="142" y="1213"/>
                    </a:lnTo>
                    <a:lnTo>
                      <a:pt x="156" y="1205"/>
                    </a:lnTo>
                    <a:lnTo>
                      <a:pt x="164" y="1202"/>
                    </a:lnTo>
                    <a:lnTo>
                      <a:pt x="171" y="1201"/>
                    </a:lnTo>
                    <a:lnTo>
                      <a:pt x="180" y="1199"/>
                    </a:lnTo>
                    <a:lnTo>
                      <a:pt x="189" y="1198"/>
                    </a:lnTo>
                    <a:lnTo>
                      <a:pt x="1375" y="1198"/>
                    </a:lnTo>
                    <a:lnTo>
                      <a:pt x="1375" y="11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aseline="-25000" dirty="0"/>
              </a:p>
            </p:txBody>
          </p:sp>
          <p:sp>
            <p:nvSpPr>
              <p:cNvPr id="10" name="Freeform 16">
                <a:extLst>
                  <a:ext uri="{FF2B5EF4-FFF2-40B4-BE49-F238E27FC236}">
                    <a16:creationId xmlns:a16="http://schemas.microsoft.com/office/drawing/2014/main" id="{627054E6-F75B-5798-542F-DE1D03EC95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514" y="1900"/>
                <a:ext cx="996" cy="855"/>
              </a:xfrm>
              <a:custGeom>
                <a:avLst/>
                <a:gdLst>
                  <a:gd name="T0" fmla="*/ 2981 w 2989"/>
                  <a:gd name="T1" fmla="*/ 110 h 2566"/>
                  <a:gd name="T2" fmla="*/ 2943 w 2989"/>
                  <a:gd name="T3" fmla="*/ 46 h 2566"/>
                  <a:gd name="T4" fmla="*/ 2879 w 2989"/>
                  <a:gd name="T5" fmla="*/ 7 h 2566"/>
                  <a:gd name="T6" fmla="*/ 1522 w 2989"/>
                  <a:gd name="T7" fmla="*/ 0 h 2566"/>
                  <a:gd name="T8" fmla="*/ 1464 w 2989"/>
                  <a:gd name="T9" fmla="*/ 13 h 2566"/>
                  <a:gd name="T10" fmla="*/ 1432 w 2989"/>
                  <a:gd name="T11" fmla="*/ 31 h 2566"/>
                  <a:gd name="T12" fmla="*/ 26 w 2989"/>
                  <a:gd name="T13" fmla="*/ 1055 h 2566"/>
                  <a:gd name="T14" fmla="*/ 0 w 2989"/>
                  <a:gd name="T15" fmla="*/ 1141 h 2566"/>
                  <a:gd name="T16" fmla="*/ 7 w 2989"/>
                  <a:gd name="T17" fmla="*/ 2456 h 2566"/>
                  <a:gd name="T18" fmla="*/ 44 w 2989"/>
                  <a:gd name="T19" fmla="*/ 2520 h 2566"/>
                  <a:gd name="T20" fmla="*/ 108 w 2989"/>
                  <a:gd name="T21" fmla="*/ 2559 h 2566"/>
                  <a:gd name="T22" fmla="*/ 1525 w 2989"/>
                  <a:gd name="T23" fmla="*/ 2566 h 2566"/>
                  <a:gd name="T24" fmla="*/ 1593 w 2989"/>
                  <a:gd name="T25" fmla="*/ 2549 h 2566"/>
                  <a:gd name="T26" fmla="*/ 2937 w 2989"/>
                  <a:gd name="T27" fmla="*/ 1339 h 2566"/>
                  <a:gd name="T28" fmla="*/ 2975 w 2989"/>
                  <a:gd name="T29" fmla="*/ 1287 h 2566"/>
                  <a:gd name="T30" fmla="*/ 2988 w 2989"/>
                  <a:gd name="T31" fmla="*/ 156 h 2566"/>
                  <a:gd name="T32" fmla="*/ 1439 w 2989"/>
                  <a:gd name="T33" fmla="*/ 2429 h 2566"/>
                  <a:gd name="T34" fmla="*/ 1383 w 2989"/>
                  <a:gd name="T35" fmla="*/ 2459 h 2566"/>
                  <a:gd name="T36" fmla="*/ 192 w 2989"/>
                  <a:gd name="T37" fmla="*/ 2448 h 2566"/>
                  <a:gd name="T38" fmla="*/ 163 w 2989"/>
                  <a:gd name="T39" fmla="*/ 2392 h 2566"/>
                  <a:gd name="T40" fmla="*/ 174 w 2989"/>
                  <a:gd name="T41" fmla="*/ 1170 h 2566"/>
                  <a:gd name="T42" fmla="*/ 230 w 2989"/>
                  <a:gd name="T43" fmla="*/ 1141 h 2566"/>
                  <a:gd name="T44" fmla="*/ 1421 w 2989"/>
                  <a:gd name="T45" fmla="*/ 1152 h 2566"/>
                  <a:gd name="T46" fmla="*/ 1450 w 2989"/>
                  <a:gd name="T47" fmla="*/ 1208 h 2566"/>
                  <a:gd name="T48" fmla="*/ 1922 w 2989"/>
                  <a:gd name="T49" fmla="*/ 2012 h 2566"/>
                  <a:gd name="T50" fmla="*/ 1873 w 2989"/>
                  <a:gd name="T51" fmla="*/ 2052 h 2566"/>
                  <a:gd name="T52" fmla="*/ 1820 w 2989"/>
                  <a:gd name="T53" fmla="*/ 2042 h 2566"/>
                  <a:gd name="T54" fmla="*/ 1790 w 2989"/>
                  <a:gd name="T55" fmla="*/ 1985 h 2566"/>
                  <a:gd name="T56" fmla="*/ 1802 w 2989"/>
                  <a:gd name="T57" fmla="*/ 1342 h 2566"/>
                  <a:gd name="T58" fmla="*/ 1859 w 2989"/>
                  <a:gd name="T59" fmla="*/ 1311 h 2566"/>
                  <a:gd name="T60" fmla="*/ 1908 w 2989"/>
                  <a:gd name="T61" fmla="*/ 1332 h 2566"/>
                  <a:gd name="T62" fmla="*/ 1928 w 2989"/>
                  <a:gd name="T63" fmla="*/ 1985 h 2566"/>
                  <a:gd name="T64" fmla="*/ 2203 w 2989"/>
                  <a:gd name="T65" fmla="*/ 1773 h 2566"/>
                  <a:gd name="T66" fmla="*/ 2146 w 2989"/>
                  <a:gd name="T67" fmla="*/ 1804 h 2566"/>
                  <a:gd name="T68" fmla="*/ 2098 w 2989"/>
                  <a:gd name="T69" fmla="*/ 1785 h 2566"/>
                  <a:gd name="T70" fmla="*/ 2077 w 2989"/>
                  <a:gd name="T71" fmla="*/ 1130 h 2566"/>
                  <a:gd name="T72" fmla="*/ 2098 w 2989"/>
                  <a:gd name="T73" fmla="*/ 1081 h 2566"/>
                  <a:gd name="T74" fmla="*/ 2146 w 2989"/>
                  <a:gd name="T75" fmla="*/ 1062 h 2566"/>
                  <a:gd name="T76" fmla="*/ 2203 w 2989"/>
                  <a:gd name="T77" fmla="*/ 1092 h 2566"/>
                  <a:gd name="T78" fmla="*/ 2501 w 2989"/>
                  <a:gd name="T79" fmla="*/ 1487 h 2566"/>
                  <a:gd name="T80" fmla="*/ 2482 w 2989"/>
                  <a:gd name="T81" fmla="*/ 1534 h 2566"/>
                  <a:gd name="T82" fmla="*/ 2433 w 2989"/>
                  <a:gd name="T83" fmla="*/ 1555 h 2566"/>
                  <a:gd name="T84" fmla="*/ 2376 w 2989"/>
                  <a:gd name="T85" fmla="*/ 1524 h 2566"/>
                  <a:gd name="T86" fmla="*/ 2365 w 2989"/>
                  <a:gd name="T87" fmla="*/ 881 h 2566"/>
                  <a:gd name="T88" fmla="*/ 2394 w 2989"/>
                  <a:gd name="T89" fmla="*/ 823 h 2566"/>
                  <a:gd name="T90" fmla="*/ 2447 w 2989"/>
                  <a:gd name="T91" fmla="*/ 814 h 2566"/>
                  <a:gd name="T92" fmla="*/ 2496 w 2989"/>
                  <a:gd name="T93" fmla="*/ 854 h 2566"/>
                  <a:gd name="T94" fmla="*/ 2788 w 2989"/>
                  <a:gd name="T95" fmla="*/ 1236 h 2566"/>
                  <a:gd name="T96" fmla="*/ 2758 w 2989"/>
                  <a:gd name="T97" fmla="*/ 1293 h 2566"/>
                  <a:gd name="T98" fmla="*/ 2706 w 2989"/>
                  <a:gd name="T99" fmla="*/ 1304 h 2566"/>
                  <a:gd name="T100" fmla="*/ 2657 w 2989"/>
                  <a:gd name="T101" fmla="*/ 1264 h 2566"/>
                  <a:gd name="T102" fmla="*/ 2653 w 2989"/>
                  <a:gd name="T103" fmla="*/ 617 h 2566"/>
                  <a:gd name="T104" fmla="*/ 2694 w 2989"/>
                  <a:gd name="T105" fmla="*/ 567 h 2566"/>
                  <a:gd name="T106" fmla="*/ 2747 w 2989"/>
                  <a:gd name="T107" fmla="*/ 567 h 2566"/>
                  <a:gd name="T108" fmla="*/ 2787 w 2989"/>
                  <a:gd name="T109" fmla="*/ 617 h 2566"/>
                  <a:gd name="T110" fmla="*/ 2871 w 2989"/>
                  <a:gd name="T111" fmla="*/ 206 h 2566"/>
                  <a:gd name="T112" fmla="*/ 1585 w 2989"/>
                  <a:gd name="T113" fmla="*/ 1137 h 2566"/>
                  <a:gd name="T114" fmla="*/ 1565 w 2989"/>
                  <a:gd name="T115" fmla="*/ 1087 h 2566"/>
                  <a:gd name="T116" fmla="*/ 1526 w 2989"/>
                  <a:gd name="T117" fmla="*/ 1063 h 2566"/>
                  <a:gd name="T118" fmla="*/ 2737 w 2989"/>
                  <a:gd name="T119" fmla="*/ 145 h 2566"/>
                  <a:gd name="T120" fmla="*/ 2818 w 2989"/>
                  <a:gd name="T121" fmla="*/ 121 h 2566"/>
                  <a:gd name="T122" fmla="*/ 2871 w 2989"/>
                  <a:gd name="T123" fmla="*/ 165 h 2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989" h="2566">
                    <a:moveTo>
                      <a:pt x="2988" y="156"/>
                    </a:moveTo>
                    <a:lnTo>
                      <a:pt x="2988" y="156"/>
                    </a:lnTo>
                    <a:lnTo>
                      <a:pt x="2988" y="141"/>
                    </a:lnTo>
                    <a:lnTo>
                      <a:pt x="2985" y="126"/>
                    </a:lnTo>
                    <a:lnTo>
                      <a:pt x="2981" y="110"/>
                    </a:lnTo>
                    <a:lnTo>
                      <a:pt x="2976" y="96"/>
                    </a:lnTo>
                    <a:lnTo>
                      <a:pt x="2969" y="82"/>
                    </a:lnTo>
                    <a:lnTo>
                      <a:pt x="2961" y="70"/>
                    </a:lnTo>
                    <a:lnTo>
                      <a:pt x="2953" y="57"/>
                    </a:lnTo>
                    <a:lnTo>
                      <a:pt x="2943" y="46"/>
                    </a:lnTo>
                    <a:lnTo>
                      <a:pt x="2932" y="36"/>
                    </a:lnTo>
                    <a:lnTo>
                      <a:pt x="2919" y="28"/>
                    </a:lnTo>
                    <a:lnTo>
                      <a:pt x="2907" y="20"/>
                    </a:lnTo>
                    <a:lnTo>
                      <a:pt x="2893" y="13"/>
                    </a:lnTo>
                    <a:lnTo>
                      <a:pt x="2879" y="7"/>
                    </a:lnTo>
                    <a:lnTo>
                      <a:pt x="2864" y="4"/>
                    </a:lnTo>
                    <a:lnTo>
                      <a:pt x="2848" y="2"/>
                    </a:lnTo>
                    <a:lnTo>
                      <a:pt x="2832" y="0"/>
                    </a:lnTo>
                    <a:lnTo>
                      <a:pt x="1522" y="0"/>
                    </a:lnTo>
                    <a:lnTo>
                      <a:pt x="1522" y="0"/>
                    </a:lnTo>
                    <a:lnTo>
                      <a:pt x="1510" y="2"/>
                    </a:lnTo>
                    <a:lnTo>
                      <a:pt x="1499" y="3"/>
                    </a:lnTo>
                    <a:lnTo>
                      <a:pt x="1486" y="4"/>
                    </a:lnTo>
                    <a:lnTo>
                      <a:pt x="1475" y="9"/>
                    </a:lnTo>
                    <a:lnTo>
                      <a:pt x="1464" y="13"/>
                    </a:lnTo>
                    <a:lnTo>
                      <a:pt x="1453" y="17"/>
                    </a:lnTo>
                    <a:lnTo>
                      <a:pt x="1441" y="23"/>
                    </a:lnTo>
                    <a:lnTo>
                      <a:pt x="1432" y="30"/>
                    </a:lnTo>
                    <a:lnTo>
                      <a:pt x="1432" y="30"/>
                    </a:lnTo>
                    <a:lnTo>
                      <a:pt x="1432" y="31"/>
                    </a:lnTo>
                    <a:lnTo>
                      <a:pt x="64" y="1016"/>
                    </a:lnTo>
                    <a:lnTo>
                      <a:pt x="64" y="1016"/>
                    </a:lnTo>
                    <a:lnTo>
                      <a:pt x="50" y="1027"/>
                    </a:lnTo>
                    <a:lnTo>
                      <a:pt x="37" y="1041"/>
                    </a:lnTo>
                    <a:lnTo>
                      <a:pt x="26" y="1055"/>
                    </a:lnTo>
                    <a:lnTo>
                      <a:pt x="16" y="1070"/>
                    </a:lnTo>
                    <a:lnTo>
                      <a:pt x="10" y="1087"/>
                    </a:lnTo>
                    <a:lnTo>
                      <a:pt x="4" y="1105"/>
                    </a:lnTo>
                    <a:lnTo>
                      <a:pt x="0" y="1123"/>
                    </a:lnTo>
                    <a:lnTo>
                      <a:pt x="0" y="1141"/>
                    </a:lnTo>
                    <a:lnTo>
                      <a:pt x="0" y="2410"/>
                    </a:lnTo>
                    <a:lnTo>
                      <a:pt x="0" y="2410"/>
                    </a:lnTo>
                    <a:lnTo>
                      <a:pt x="0" y="2427"/>
                    </a:lnTo>
                    <a:lnTo>
                      <a:pt x="3" y="2442"/>
                    </a:lnTo>
                    <a:lnTo>
                      <a:pt x="7" y="2456"/>
                    </a:lnTo>
                    <a:lnTo>
                      <a:pt x="11" y="2471"/>
                    </a:lnTo>
                    <a:lnTo>
                      <a:pt x="18" y="2484"/>
                    </a:lnTo>
                    <a:lnTo>
                      <a:pt x="26" y="2498"/>
                    </a:lnTo>
                    <a:lnTo>
                      <a:pt x="35" y="2509"/>
                    </a:lnTo>
                    <a:lnTo>
                      <a:pt x="44" y="2520"/>
                    </a:lnTo>
                    <a:lnTo>
                      <a:pt x="55" y="2530"/>
                    </a:lnTo>
                    <a:lnTo>
                      <a:pt x="68" y="2540"/>
                    </a:lnTo>
                    <a:lnTo>
                      <a:pt x="81" y="2546"/>
                    </a:lnTo>
                    <a:lnTo>
                      <a:pt x="94" y="2553"/>
                    </a:lnTo>
                    <a:lnTo>
                      <a:pt x="108" y="2559"/>
                    </a:lnTo>
                    <a:lnTo>
                      <a:pt x="124" y="2562"/>
                    </a:lnTo>
                    <a:lnTo>
                      <a:pt x="139" y="2565"/>
                    </a:lnTo>
                    <a:lnTo>
                      <a:pt x="154" y="2566"/>
                    </a:lnTo>
                    <a:lnTo>
                      <a:pt x="1525" y="2566"/>
                    </a:lnTo>
                    <a:lnTo>
                      <a:pt x="1525" y="2566"/>
                    </a:lnTo>
                    <a:lnTo>
                      <a:pt x="1539" y="2565"/>
                    </a:lnTo>
                    <a:lnTo>
                      <a:pt x="1553" y="2563"/>
                    </a:lnTo>
                    <a:lnTo>
                      <a:pt x="1567" y="2559"/>
                    </a:lnTo>
                    <a:lnTo>
                      <a:pt x="1581" y="2555"/>
                    </a:lnTo>
                    <a:lnTo>
                      <a:pt x="1593" y="2549"/>
                    </a:lnTo>
                    <a:lnTo>
                      <a:pt x="1606" y="2542"/>
                    </a:lnTo>
                    <a:lnTo>
                      <a:pt x="1617" y="2534"/>
                    </a:lnTo>
                    <a:lnTo>
                      <a:pt x="1628" y="2526"/>
                    </a:lnTo>
                    <a:lnTo>
                      <a:pt x="2774" y="1487"/>
                    </a:lnTo>
                    <a:lnTo>
                      <a:pt x="2937" y="1339"/>
                    </a:lnTo>
                    <a:lnTo>
                      <a:pt x="2937" y="1339"/>
                    </a:lnTo>
                    <a:lnTo>
                      <a:pt x="2949" y="1328"/>
                    </a:lnTo>
                    <a:lnTo>
                      <a:pt x="2958" y="1315"/>
                    </a:lnTo>
                    <a:lnTo>
                      <a:pt x="2968" y="1301"/>
                    </a:lnTo>
                    <a:lnTo>
                      <a:pt x="2975" y="1287"/>
                    </a:lnTo>
                    <a:lnTo>
                      <a:pt x="2981" y="1272"/>
                    </a:lnTo>
                    <a:lnTo>
                      <a:pt x="2985" y="1255"/>
                    </a:lnTo>
                    <a:lnTo>
                      <a:pt x="2988" y="1240"/>
                    </a:lnTo>
                    <a:lnTo>
                      <a:pt x="2989" y="1223"/>
                    </a:lnTo>
                    <a:lnTo>
                      <a:pt x="2988" y="156"/>
                    </a:lnTo>
                    <a:close/>
                    <a:moveTo>
                      <a:pt x="1450" y="2392"/>
                    </a:moveTo>
                    <a:lnTo>
                      <a:pt x="1450" y="2392"/>
                    </a:lnTo>
                    <a:lnTo>
                      <a:pt x="1448" y="2404"/>
                    </a:lnTo>
                    <a:lnTo>
                      <a:pt x="1446" y="2417"/>
                    </a:lnTo>
                    <a:lnTo>
                      <a:pt x="1439" y="2429"/>
                    </a:lnTo>
                    <a:lnTo>
                      <a:pt x="1430" y="2439"/>
                    </a:lnTo>
                    <a:lnTo>
                      <a:pt x="1421" y="2448"/>
                    </a:lnTo>
                    <a:lnTo>
                      <a:pt x="1409" y="2453"/>
                    </a:lnTo>
                    <a:lnTo>
                      <a:pt x="1397" y="2457"/>
                    </a:lnTo>
                    <a:lnTo>
                      <a:pt x="1383" y="2459"/>
                    </a:lnTo>
                    <a:lnTo>
                      <a:pt x="230" y="2459"/>
                    </a:lnTo>
                    <a:lnTo>
                      <a:pt x="230" y="2459"/>
                    </a:lnTo>
                    <a:lnTo>
                      <a:pt x="216" y="2457"/>
                    </a:lnTo>
                    <a:lnTo>
                      <a:pt x="203" y="2453"/>
                    </a:lnTo>
                    <a:lnTo>
                      <a:pt x="192" y="2448"/>
                    </a:lnTo>
                    <a:lnTo>
                      <a:pt x="182" y="2439"/>
                    </a:lnTo>
                    <a:lnTo>
                      <a:pt x="174" y="2429"/>
                    </a:lnTo>
                    <a:lnTo>
                      <a:pt x="167" y="2417"/>
                    </a:lnTo>
                    <a:lnTo>
                      <a:pt x="164" y="2404"/>
                    </a:lnTo>
                    <a:lnTo>
                      <a:pt x="163" y="2392"/>
                    </a:lnTo>
                    <a:lnTo>
                      <a:pt x="163" y="1208"/>
                    </a:lnTo>
                    <a:lnTo>
                      <a:pt x="163" y="1208"/>
                    </a:lnTo>
                    <a:lnTo>
                      <a:pt x="164" y="1194"/>
                    </a:lnTo>
                    <a:lnTo>
                      <a:pt x="167" y="1181"/>
                    </a:lnTo>
                    <a:lnTo>
                      <a:pt x="174" y="1170"/>
                    </a:lnTo>
                    <a:lnTo>
                      <a:pt x="182" y="1161"/>
                    </a:lnTo>
                    <a:lnTo>
                      <a:pt x="192" y="1152"/>
                    </a:lnTo>
                    <a:lnTo>
                      <a:pt x="203" y="1147"/>
                    </a:lnTo>
                    <a:lnTo>
                      <a:pt x="216" y="1142"/>
                    </a:lnTo>
                    <a:lnTo>
                      <a:pt x="230" y="1141"/>
                    </a:lnTo>
                    <a:lnTo>
                      <a:pt x="1383" y="1141"/>
                    </a:lnTo>
                    <a:lnTo>
                      <a:pt x="1383" y="1141"/>
                    </a:lnTo>
                    <a:lnTo>
                      <a:pt x="1397" y="1142"/>
                    </a:lnTo>
                    <a:lnTo>
                      <a:pt x="1409" y="1147"/>
                    </a:lnTo>
                    <a:lnTo>
                      <a:pt x="1421" y="1152"/>
                    </a:lnTo>
                    <a:lnTo>
                      <a:pt x="1430" y="1161"/>
                    </a:lnTo>
                    <a:lnTo>
                      <a:pt x="1439" y="1170"/>
                    </a:lnTo>
                    <a:lnTo>
                      <a:pt x="1446" y="1181"/>
                    </a:lnTo>
                    <a:lnTo>
                      <a:pt x="1448" y="1194"/>
                    </a:lnTo>
                    <a:lnTo>
                      <a:pt x="1450" y="1208"/>
                    </a:lnTo>
                    <a:lnTo>
                      <a:pt x="1450" y="2392"/>
                    </a:lnTo>
                    <a:close/>
                    <a:moveTo>
                      <a:pt x="1928" y="1985"/>
                    </a:moveTo>
                    <a:lnTo>
                      <a:pt x="1928" y="1985"/>
                    </a:lnTo>
                    <a:lnTo>
                      <a:pt x="1926" y="1999"/>
                    </a:lnTo>
                    <a:lnTo>
                      <a:pt x="1922" y="2012"/>
                    </a:lnTo>
                    <a:lnTo>
                      <a:pt x="1916" y="2024"/>
                    </a:lnTo>
                    <a:lnTo>
                      <a:pt x="1908" y="2034"/>
                    </a:lnTo>
                    <a:lnTo>
                      <a:pt x="1897" y="2042"/>
                    </a:lnTo>
                    <a:lnTo>
                      <a:pt x="1886" y="2048"/>
                    </a:lnTo>
                    <a:lnTo>
                      <a:pt x="1873" y="2052"/>
                    </a:lnTo>
                    <a:lnTo>
                      <a:pt x="1859" y="2053"/>
                    </a:lnTo>
                    <a:lnTo>
                      <a:pt x="1859" y="2053"/>
                    </a:lnTo>
                    <a:lnTo>
                      <a:pt x="1845" y="2052"/>
                    </a:lnTo>
                    <a:lnTo>
                      <a:pt x="1833" y="2048"/>
                    </a:lnTo>
                    <a:lnTo>
                      <a:pt x="1820" y="2042"/>
                    </a:lnTo>
                    <a:lnTo>
                      <a:pt x="1811" y="2034"/>
                    </a:lnTo>
                    <a:lnTo>
                      <a:pt x="1802" y="2024"/>
                    </a:lnTo>
                    <a:lnTo>
                      <a:pt x="1795" y="2012"/>
                    </a:lnTo>
                    <a:lnTo>
                      <a:pt x="1791" y="1999"/>
                    </a:lnTo>
                    <a:lnTo>
                      <a:pt x="1790" y="1985"/>
                    </a:lnTo>
                    <a:lnTo>
                      <a:pt x="1790" y="1379"/>
                    </a:lnTo>
                    <a:lnTo>
                      <a:pt x="1790" y="1379"/>
                    </a:lnTo>
                    <a:lnTo>
                      <a:pt x="1791" y="1367"/>
                    </a:lnTo>
                    <a:lnTo>
                      <a:pt x="1795" y="1353"/>
                    </a:lnTo>
                    <a:lnTo>
                      <a:pt x="1802" y="1342"/>
                    </a:lnTo>
                    <a:lnTo>
                      <a:pt x="1811" y="1332"/>
                    </a:lnTo>
                    <a:lnTo>
                      <a:pt x="1820" y="1324"/>
                    </a:lnTo>
                    <a:lnTo>
                      <a:pt x="1833" y="1317"/>
                    </a:lnTo>
                    <a:lnTo>
                      <a:pt x="1845" y="1312"/>
                    </a:lnTo>
                    <a:lnTo>
                      <a:pt x="1859" y="1311"/>
                    </a:lnTo>
                    <a:lnTo>
                      <a:pt x="1859" y="1311"/>
                    </a:lnTo>
                    <a:lnTo>
                      <a:pt x="1873" y="1312"/>
                    </a:lnTo>
                    <a:lnTo>
                      <a:pt x="1886" y="1317"/>
                    </a:lnTo>
                    <a:lnTo>
                      <a:pt x="1897" y="1324"/>
                    </a:lnTo>
                    <a:lnTo>
                      <a:pt x="1908" y="1332"/>
                    </a:lnTo>
                    <a:lnTo>
                      <a:pt x="1916" y="1342"/>
                    </a:lnTo>
                    <a:lnTo>
                      <a:pt x="1922" y="1353"/>
                    </a:lnTo>
                    <a:lnTo>
                      <a:pt x="1926" y="1367"/>
                    </a:lnTo>
                    <a:lnTo>
                      <a:pt x="1928" y="1379"/>
                    </a:lnTo>
                    <a:lnTo>
                      <a:pt x="1928" y="1985"/>
                    </a:lnTo>
                    <a:close/>
                    <a:moveTo>
                      <a:pt x="2215" y="1736"/>
                    </a:moveTo>
                    <a:lnTo>
                      <a:pt x="2215" y="1736"/>
                    </a:lnTo>
                    <a:lnTo>
                      <a:pt x="2213" y="1750"/>
                    </a:lnTo>
                    <a:lnTo>
                      <a:pt x="2209" y="1762"/>
                    </a:lnTo>
                    <a:lnTo>
                      <a:pt x="2203" y="1773"/>
                    </a:lnTo>
                    <a:lnTo>
                      <a:pt x="2195" y="1785"/>
                    </a:lnTo>
                    <a:lnTo>
                      <a:pt x="2184" y="1793"/>
                    </a:lnTo>
                    <a:lnTo>
                      <a:pt x="2173" y="1799"/>
                    </a:lnTo>
                    <a:lnTo>
                      <a:pt x="2160" y="1803"/>
                    </a:lnTo>
                    <a:lnTo>
                      <a:pt x="2146" y="1804"/>
                    </a:lnTo>
                    <a:lnTo>
                      <a:pt x="2146" y="1804"/>
                    </a:lnTo>
                    <a:lnTo>
                      <a:pt x="2132" y="1803"/>
                    </a:lnTo>
                    <a:lnTo>
                      <a:pt x="2120" y="1799"/>
                    </a:lnTo>
                    <a:lnTo>
                      <a:pt x="2107" y="1793"/>
                    </a:lnTo>
                    <a:lnTo>
                      <a:pt x="2098" y="1785"/>
                    </a:lnTo>
                    <a:lnTo>
                      <a:pt x="2089" y="1773"/>
                    </a:lnTo>
                    <a:lnTo>
                      <a:pt x="2082" y="1762"/>
                    </a:lnTo>
                    <a:lnTo>
                      <a:pt x="2078" y="1750"/>
                    </a:lnTo>
                    <a:lnTo>
                      <a:pt x="2077" y="1736"/>
                    </a:lnTo>
                    <a:lnTo>
                      <a:pt x="2077" y="1130"/>
                    </a:lnTo>
                    <a:lnTo>
                      <a:pt x="2077" y="1130"/>
                    </a:lnTo>
                    <a:lnTo>
                      <a:pt x="2078" y="1116"/>
                    </a:lnTo>
                    <a:lnTo>
                      <a:pt x="2082" y="1103"/>
                    </a:lnTo>
                    <a:lnTo>
                      <a:pt x="2089" y="1092"/>
                    </a:lnTo>
                    <a:lnTo>
                      <a:pt x="2098" y="1081"/>
                    </a:lnTo>
                    <a:lnTo>
                      <a:pt x="2107" y="1073"/>
                    </a:lnTo>
                    <a:lnTo>
                      <a:pt x="2120" y="1067"/>
                    </a:lnTo>
                    <a:lnTo>
                      <a:pt x="2132" y="1063"/>
                    </a:lnTo>
                    <a:lnTo>
                      <a:pt x="2146" y="1062"/>
                    </a:lnTo>
                    <a:lnTo>
                      <a:pt x="2146" y="1062"/>
                    </a:lnTo>
                    <a:lnTo>
                      <a:pt x="2160" y="1063"/>
                    </a:lnTo>
                    <a:lnTo>
                      <a:pt x="2173" y="1067"/>
                    </a:lnTo>
                    <a:lnTo>
                      <a:pt x="2184" y="1073"/>
                    </a:lnTo>
                    <a:lnTo>
                      <a:pt x="2195" y="1081"/>
                    </a:lnTo>
                    <a:lnTo>
                      <a:pt x="2203" y="1092"/>
                    </a:lnTo>
                    <a:lnTo>
                      <a:pt x="2209" y="1103"/>
                    </a:lnTo>
                    <a:lnTo>
                      <a:pt x="2213" y="1116"/>
                    </a:lnTo>
                    <a:lnTo>
                      <a:pt x="2215" y="1130"/>
                    </a:lnTo>
                    <a:lnTo>
                      <a:pt x="2215" y="1736"/>
                    </a:lnTo>
                    <a:close/>
                    <a:moveTo>
                      <a:pt x="2501" y="1487"/>
                    </a:moveTo>
                    <a:lnTo>
                      <a:pt x="2501" y="1487"/>
                    </a:lnTo>
                    <a:lnTo>
                      <a:pt x="2500" y="1500"/>
                    </a:lnTo>
                    <a:lnTo>
                      <a:pt x="2496" y="1513"/>
                    </a:lnTo>
                    <a:lnTo>
                      <a:pt x="2490" y="1524"/>
                    </a:lnTo>
                    <a:lnTo>
                      <a:pt x="2482" y="1534"/>
                    </a:lnTo>
                    <a:lnTo>
                      <a:pt x="2471" y="1544"/>
                    </a:lnTo>
                    <a:lnTo>
                      <a:pt x="2460" y="1549"/>
                    </a:lnTo>
                    <a:lnTo>
                      <a:pt x="2447" y="1553"/>
                    </a:lnTo>
                    <a:lnTo>
                      <a:pt x="2433" y="1555"/>
                    </a:lnTo>
                    <a:lnTo>
                      <a:pt x="2433" y="1555"/>
                    </a:lnTo>
                    <a:lnTo>
                      <a:pt x="2419" y="1553"/>
                    </a:lnTo>
                    <a:lnTo>
                      <a:pt x="2407" y="1549"/>
                    </a:lnTo>
                    <a:lnTo>
                      <a:pt x="2394" y="1544"/>
                    </a:lnTo>
                    <a:lnTo>
                      <a:pt x="2384" y="1534"/>
                    </a:lnTo>
                    <a:lnTo>
                      <a:pt x="2376" y="1524"/>
                    </a:lnTo>
                    <a:lnTo>
                      <a:pt x="2369" y="1513"/>
                    </a:lnTo>
                    <a:lnTo>
                      <a:pt x="2366" y="1500"/>
                    </a:lnTo>
                    <a:lnTo>
                      <a:pt x="2365" y="1487"/>
                    </a:lnTo>
                    <a:lnTo>
                      <a:pt x="2365" y="881"/>
                    </a:lnTo>
                    <a:lnTo>
                      <a:pt x="2365" y="881"/>
                    </a:lnTo>
                    <a:lnTo>
                      <a:pt x="2366" y="867"/>
                    </a:lnTo>
                    <a:lnTo>
                      <a:pt x="2369" y="854"/>
                    </a:lnTo>
                    <a:lnTo>
                      <a:pt x="2376" y="843"/>
                    </a:lnTo>
                    <a:lnTo>
                      <a:pt x="2384" y="832"/>
                    </a:lnTo>
                    <a:lnTo>
                      <a:pt x="2394" y="823"/>
                    </a:lnTo>
                    <a:lnTo>
                      <a:pt x="2407" y="818"/>
                    </a:lnTo>
                    <a:lnTo>
                      <a:pt x="2419" y="814"/>
                    </a:lnTo>
                    <a:lnTo>
                      <a:pt x="2433" y="812"/>
                    </a:lnTo>
                    <a:lnTo>
                      <a:pt x="2433" y="812"/>
                    </a:lnTo>
                    <a:lnTo>
                      <a:pt x="2447" y="814"/>
                    </a:lnTo>
                    <a:lnTo>
                      <a:pt x="2460" y="818"/>
                    </a:lnTo>
                    <a:lnTo>
                      <a:pt x="2471" y="823"/>
                    </a:lnTo>
                    <a:lnTo>
                      <a:pt x="2482" y="832"/>
                    </a:lnTo>
                    <a:lnTo>
                      <a:pt x="2490" y="843"/>
                    </a:lnTo>
                    <a:lnTo>
                      <a:pt x="2496" y="854"/>
                    </a:lnTo>
                    <a:lnTo>
                      <a:pt x="2500" y="867"/>
                    </a:lnTo>
                    <a:lnTo>
                      <a:pt x="2501" y="881"/>
                    </a:lnTo>
                    <a:lnTo>
                      <a:pt x="2501" y="1487"/>
                    </a:lnTo>
                    <a:close/>
                    <a:moveTo>
                      <a:pt x="2788" y="1236"/>
                    </a:moveTo>
                    <a:lnTo>
                      <a:pt x="2788" y="1236"/>
                    </a:lnTo>
                    <a:lnTo>
                      <a:pt x="2787" y="1250"/>
                    </a:lnTo>
                    <a:lnTo>
                      <a:pt x="2783" y="1264"/>
                    </a:lnTo>
                    <a:lnTo>
                      <a:pt x="2777" y="1275"/>
                    </a:lnTo>
                    <a:lnTo>
                      <a:pt x="2769" y="1285"/>
                    </a:lnTo>
                    <a:lnTo>
                      <a:pt x="2758" y="1293"/>
                    </a:lnTo>
                    <a:lnTo>
                      <a:pt x="2747" y="1300"/>
                    </a:lnTo>
                    <a:lnTo>
                      <a:pt x="2734" y="1304"/>
                    </a:lnTo>
                    <a:lnTo>
                      <a:pt x="2720" y="1305"/>
                    </a:lnTo>
                    <a:lnTo>
                      <a:pt x="2720" y="1305"/>
                    </a:lnTo>
                    <a:lnTo>
                      <a:pt x="2706" y="1304"/>
                    </a:lnTo>
                    <a:lnTo>
                      <a:pt x="2694" y="1300"/>
                    </a:lnTo>
                    <a:lnTo>
                      <a:pt x="2681" y="1293"/>
                    </a:lnTo>
                    <a:lnTo>
                      <a:pt x="2671" y="1285"/>
                    </a:lnTo>
                    <a:lnTo>
                      <a:pt x="2663" y="1275"/>
                    </a:lnTo>
                    <a:lnTo>
                      <a:pt x="2657" y="1264"/>
                    </a:lnTo>
                    <a:lnTo>
                      <a:pt x="2653" y="1250"/>
                    </a:lnTo>
                    <a:lnTo>
                      <a:pt x="2652" y="1236"/>
                    </a:lnTo>
                    <a:lnTo>
                      <a:pt x="2652" y="631"/>
                    </a:lnTo>
                    <a:lnTo>
                      <a:pt x="2652" y="631"/>
                    </a:lnTo>
                    <a:lnTo>
                      <a:pt x="2653" y="617"/>
                    </a:lnTo>
                    <a:lnTo>
                      <a:pt x="2657" y="605"/>
                    </a:lnTo>
                    <a:lnTo>
                      <a:pt x="2663" y="592"/>
                    </a:lnTo>
                    <a:lnTo>
                      <a:pt x="2671" y="583"/>
                    </a:lnTo>
                    <a:lnTo>
                      <a:pt x="2681" y="574"/>
                    </a:lnTo>
                    <a:lnTo>
                      <a:pt x="2694" y="567"/>
                    </a:lnTo>
                    <a:lnTo>
                      <a:pt x="2706" y="564"/>
                    </a:lnTo>
                    <a:lnTo>
                      <a:pt x="2720" y="563"/>
                    </a:lnTo>
                    <a:lnTo>
                      <a:pt x="2720" y="563"/>
                    </a:lnTo>
                    <a:lnTo>
                      <a:pt x="2734" y="564"/>
                    </a:lnTo>
                    <a:lnTo>
                      <a:pt x="2747" y="567"/>
                    </a:lnTo>
                    <a:lnTo>
                      <a:pt x="2758" y="574"/>
                    </a:lnTo>
                    <a:lnTo>
                      <a:pt x="2769" y="583"/>
                    </a:lnTo>
                    <a:lnTo>
                      <a:pt x="2777" y="592"/>
                    </a:lnTo>
                    <a:lnTo>
                      <a:pt x="2783" y="605"/>
                    </a:lnTo>
                    <a:lnTo>
                      <a:pt x="2787" y="617"/>
                    </a:lnTo>
                    <a:lnTo>
                      <a:pt x="2788" y="631"/>
                    </a:lnTo>
                    <a:lnTo>
                      <a:pt x="2788" y="1236"/>
                    </a:lnTo>
                    <a:close/>
                    <a:moveTo>
                      <a:pt x="2876" y="198"/>
                    </a:moveTo>
                    <a:lnTo>
                      <a:pt x="2876" y="198"/>
                    </a:lnTo>
                    <a:lnTo>
                      <a:pt x="2871" y="206"/>
                    </a:lnTo>
                    <a:lnTo>
                      <a:pt x="2864" y="215"/>
                    </a:lnTo>
                    <a:lnTo>
                      <a:pt x="2857" y="222"/>
                    </a:lnTo>
                    <a:lnTo>
                      <a:pt x="2850" y="227"/>
                    </a:lnTo>
                    <a:lnTo>
                      <a:pt x="1585" y="1177"/>
                    </a:lnTo>
                    <a:lnTo>
                      <a:pt x="1585" y="1137"/>
                    </a:lnTo>
                    <a:lnTo>
                      <a:pt x="1585" y="1137"/>
                    </a:lnTo>
                    <a:lnTo>
                      <a:pt x="1584" y="1123"/>
                    </a:lnTo>
                    <a:lnTo>
                      <a:pt x="1579" y="1109"/>
                    </a:lnTo>
                    <a:lnTo>
                      <a:pt x="1574" y="1098"/>
                    </a:lnTo>
                    <a:lnTo>
                      <a:pt x="1565" y="1087"/>
                    </a:lnTo>
                    <a:lnTo>
                      <a:pt x="1565" y="1087"/>
                    </a:lnTo>
                    <a:lnTo>
                      <a:pt x="1554" y="1077"/>
                    </a:lnTo>
                    <a:lnTo>
                      <a:pt x="1540" y="1069"/>
                    </a:lnTo>
                    <a:lnTo>
                      <a:pt x="1533" y="1066"/>
                    </a:lnTo>
                    <a:lnTo>
                      <a:pt x="1526" y="1063"/>
                    </a:lnTo>
                    <a:lnTo>
                      <a:pt x="1518" y="1062"/>
                    </a:lnTo>
                    <a:lnTo>
                      <a:pt x="1510" y="1062"/>
                    </a:lnTo>
                    <a:lnTo>
                      <a:pt x="1565" y="1020"/>
                    </a:lnTo>
                    <a:lnTo>
                      <a:pt x="2737" y="145"/>
                    </a:lnTo>
                    <a:lnTo>
                      <a:pt x="2737" y="145"/>
                    </a:lnTo>
                    <a:lnTo>
                      <a:pt x="2759" y="131"/>
                    </a:lnTo>
                    <a:lnTo>
                      <a:pt x="2781" y="120"/>
                    </a:lnTo>
                    <a:lnTo>
                      <a:pt x="2802" y="120"/>
                    </a:lnTo>
                    <a:lnTo>
                      <a:pt x="2802" y="120"/>
                    </a:lnTo>
                    <a:lnTo>
                      <a:pt x="2818" y="121"/>
                    </a:lnTo>
                    <a:lnTo>
                      <a:pt x="2832" y="126"/>
                    </a:lnTo>
                    <a:lnTo>
                      <a:pt x="2844" y="133"/>
                    </a:lnTo>
                    <a:lnTo>
                      <a:pt x="2854" y="141"/>
                    </a:lnTo>
                    <a:lnTo>
                      <a:pt x="2864" y="152"/>
                    </a:lnTo>
                    <a:lnTo>
                      <a:pt x="2871" y="165"/>
                    </a:lnTo>
                    <a:lnTo>
                      <a:pt x="2875" y="179"/>
                    </a:lnTo>
                    <a:lnTo>
                      <a:pt x="2876" y="193"/>
                    </a:lnTo>
                    <a:lnTo>
                      <a:pt x="2876" y="1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aseline="-25000" dirty="0"/>
              </a:p>
            </p:txBody>
          </p:sp>
        </p:grpSp>
        <p:pic>
          <p:nvPicPr>
            <p:cNvPr id="5" name="Graphic 4" descr="Lightning bolt with solid fill">
              <a:extLst>
                <a:ext uri="{FF2B5EF4-FFF2-40B4-BE49-F238E27FC236}">
                  <a16:creationId xmlns:a16="http://schemas.microsoft.com/office/drawing/2014/main" id="{5F78AF2E-DCF9-C8CA-7E23-2BACD591F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7404" y="3688063"/>
              <a:ext cx="152513" cy="152513"/>
            </a:xfrm>
            <a:prstGeom prst="rect">
              <a:avLst/>
            </a:prstGeom>
          </p:spPr>
        </p:pic>
        <p:pic>
          <p:nvPicPr>
            <p:cNvPr id="7" name="Graphic 6" descr="Lightning bolt with solid fill">
              <a:extLst>
                <a:ext uri="{FF2B5EF4-FFF2-40B4-BE49-F238E27FC236}">
                  <a16:creationId xmlns:a16="http://schemas.microsoft.com/office/drawing/2014/main" id="{0FB8E815-1882-5280-B65C-D1A284664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70414" y="3539335"/>
              <a:ext cx="152513" cy="152513"/>
            </a:xfrm>
            <a:prstGeom prst="rect">
              <a:avLst/>
            </a:prstGeom>
          </p:spPr>
        </p:pic>
      </p:grp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D416CBB-A9DB-BB8D-7B4B-CD70CA129692}"/>
              </a:ext>
            </a:extLst>
          </p:cNvPr>
          <p:cNvCxnSpPr>
            <a:cxnSpLocks/>
          </p:cNvCxnSpPr>
          <p:nvPr/>
        </p:nvCxnSpPr>
        <p:spPr>
          <a:xfrm>
            <a:off x="8988884" y="3450984"/>
            <a:ext cx="475055" cy="175705"/>
          </a:xfrm>
          <a:prstGeom prst="bentConnector3">
            <a:avLst>
              <a:gd name="adj1" fmla="val 9565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8E0611-7282-5899-3ECE-D99E57D3EBF8}"/>
              </a:ext>
            </a:extLst>
          </p:cNvPr>
          <p:cNvSpPr txBox="1"/>
          <p:nvPr/>
        </p:nvSpPr>
        <p:spPr>
          <a:xfrm>
            <a:off x="7995917" y="4114662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GFL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57CB9B-2A88-E039-6C64-A2506C9EDBE8}"/>
              </a:ext>
            </a:extLst>
          </p:cNvPr>
          <p:cNvSpPr txBox="1"/>
          <p:nvPr/>
        </p:nvSpPr>
        <p:spPr>
          <a:xfrm>
            <a:off x="9335295" y="4134453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GFL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CE3E8CE-8DD2-50A5-29EF-5F5174A5A35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27869" y="3571273"/>
            <a:ext cx="224864" cy="34254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9FC7D3A-31D6-FE40-B6E0-B80C588C5E2D}"/>
              </a:ext>
            </a:extLst>
          </p:cNvPr>
          <p:cNvSpPr txBox="1"/>
          <p:nvPr/>
        </p:nvSpPr>
        <p:spPr>
          <a:xfrm>
            <a:off x="2611994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82CED4-1DFA-1F65-4DFA-B1BE0ABB6A42}"/>
              </a:ext>
            </a:extLst>
          </p:cNvPr>
          <p:cNvSpPr txBox="1"/>
          <p:nvPr/>
        </p:nvSpPr>
        <p:spPr>
          <a:xfrm>
            <a:off x="4012215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021239-47E5-0218-231F-83BC92E544ED}"/>
              </a:ext>
            </a:extLst>
          </p:cNvPr>
          <p:cNvSpPr txBox="1"/>
          <p:nvPr/>
        </p:nvSpPr>
        <p:spPr>
          <a:xfrm>
            <a:off x="4909410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8DFFEB7-A499-0A86-C7F2-5C924E4560B0}"/>
              </a:ext>
            </a:extLst>
          </p:cNvPr>
          <p:cNvSpPr txBox="1"/>
          <p:nvPr/>
        </p:nvSpPr>
        <p:spPr>
          <a:xfrm>
            <a:off x="7497969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1BAA49A-4682-D9BF-11EA-F519FC03908C}"/>
              </a:ext>
            </a:extLst>
          </p:cNvPr>
          <p:cNvSpPr txBox="1"/>
          <p:nvPr/>
        </p:nvSpPr>
        <p:spPr>
          <a:xfrm>
            <a:off x="6203107" y="2408474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46351BF-8AA4-1B0C-869E-7E62A23C60CF}"/>
              </a:ext>
            </a:extLst>
          </p:cNvPr>
          <p:cNvSpPr txBox="1"/>
          <p:nvPr/>
        </p:nvSpPr>
        <p:spPr>
          <a:xfrm>
            <a:off x="8812195" y="2429150"/>
            <a:ext cx="36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05566E0-2287-3229-B521-876F45499D58}"/>
              </a:ext>
            </a:extLst>
          </p:cNvPr>
          <p:cNvSpPr/>
          <p:nvPr/>
        </p:nvSpPr>
        <p:spPr>
          <a:xfrm>
            <a:off x="5680235" y="3097597"/>
            <a:ext cx="329880" cy="1455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50E1AED-05EA-601C-888F-3A4420A8BA77}"/>
              </a:ext>
            </a:extLst>
          </p:cNvPr>
          <p:cNvCxnSpPr>
            <a:cxnSpLocks/>
          </p:cNvCxnSpPr>
          <p:nvPr/>
        </p:nvCxnSpPr>
        <p:spPr>
          <a:xfrm flipV="1">
            <a:off x="5657232" y="3038663"/>
            <a:ext cx="291296" cy="1494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37">
            <a:extLst>
              <a:ext uri="{FF2B5EF4-FFF2-40B4-BE49-F238E27FC236}">
                <a16:creationId xmlns:a16="http://schemas.microsoft.com/office/drawing/2014/main" id="{9584B6AA-81A1-D604-F14C-76B2E41CA24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28155" y="3593116"/>
            <a:ext cx="469900" cy="468312"/>
            <a:chOff x="3578" y="743"/>
            <a:chExt cx="296" cy="295"/>
          </a:xfrm>
          <a:solidFill>
            <a:schemeClr val="tx1"/>
          </a:solidFill>
        </p:grpSpPr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3BF64455-00F9-AA34-1FB5-A97FB9E1A5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8" y="743"/>
              <a:ext cx="296" cy="295"/>
            </a:xfrm>
            <a:custGeom>
              <a:avLst/>
              <a:gdLst>
                <a:gd name="T0" fmla="*/ 460 w 592"/>
                <a:gd name="T1" fmla="*/ 495 h 590"/>
                <a:gd name="T2" fmla="*/ 395 w 592"/>
                <a:gd name="T3" fmla="*/ 534 h 590"/>
                <a:gd name="T4" fmla="*/ 321 w 592"/>
                <a:gd name="T5" fmla="*/ 552 h 590"/>
                <a:gd name="T6" fmla="*/ 271 w 592"/>
                <a:gd name="T7" fmla="*/ 552 h 590"/>
                <a:gd name="T8" fmla="*/ 197 w 592"/>
                <a:gd name="T9" fmla="*/ 534 h 590"/>
                <a:gd name="T10" fmla="*/ 132 w 592"/>
                <a:gd name="T11" fmla="*/ 495 h 590"/>
                <a:gd name="T12" fmla="*/ 96 w 592"/>
                <a:gd name="T13" fmla="*/ 458 h 590"/>
                <a:gd name="T14" fmla="*/ 57 w 592"/>
                <a:gd name="T15" fmla="*/ 394 h 590"/>
                <a:gd name="T16" fmla="*/ 39 w 592"/>
                <a:gd name="T17" fmla="*/ 321 h 590"/>
                <a:gd name="T18" fmla="*/ 39 w 592"/>
                <a:gd name="T19" fmla="*/ 269 h 590"/>
                <a:gd name="T20" fmla="*/ 57 w 592"/>
                <a:gd name="T21" fmla="*/ 196 h 590"/>
                <a:gd name="T22" fmla="*/ 96 w 592"/>
                <a:gd name="T23" fmla="*/ 131 h 590"/>
                <a:gd name="T24" fmla="*/ 132 w 592"/>
                <a:gd name="T25" fmla="*/ 95 h 590"/>
                <a:gd name="T26" fmla="*/ 197 w 592"/>
                <a:gd name="T27" fmla="*/ 56 h 590"/>
                <a:gd name="T28" fmla="*/ 271 w 592"/>
                <a:gd name="T29" fmla="*/ 37 h 590"/>
                <a:gd name="T30" fmla="*/ 321 w 592"/>
                <a:gd name="T31" fmla="*/ 37 h 590"/>
                <a:gd name="T32" fmla="*/ 395 w 592"/>
                <a:gd name="T33" fmla="*/ 56 h 590"/>
                <a:gd name="T34" fmla="*/ 460 w 592"/>
                <a:gd name="T35" fmla="*/ 95 h 590"/>
                <a:gd name="T36" fmla="*/ 496 w 592"/>
                <a:gd name="T37" fmla="*/ 131 h 590"/>
                <a:gd name="T38" fmla="*/ 535 w 592"/>
                <a:gd name="T39" fmla="*/ 196 h 590"/>
                <a:gd name="T40" fmla="*/ 553 w 592"/>
                <a:gd name="T41" fmla="*/ 269 h 590"/>
                <a:gd name="T42" fmla="*/ 553 w 592"/>
                <a:gd name="T43" fmla="*/ 321 h 590"/>
                <a:gd name="T44" fmla="*/ 535 w 592"/>
                <a:gd name="T45" fmla="*/ 394 h 590"/>
                <a:gd name="T46" fmla="*/ 496 w 592"/>
                <a:gd name="T47" fmla="*/ 458 h 590"/>
                <a:gd name="T48" fmla="*/ 296 w 592"/>
                <a:gd name="T49" fmla="*/ 0 h 590"/>
                <a:gd name="T50" fmla="*/ 266 w 592"/>
                <a:gd name="T51" fmla="*/ 1 h 590"/>
                <a:gd name="T52" fmla="*/ 223 w 592"/>
                <a:gd name="T53" fmla="*/ 10 h 590"/>
                <a:gd name="T54" fmla="*/ 155 w 592"/>
                <a:gd name="T55" fmla="*/ 35 h 590"/>
                <a:gd name="T56" fmla="*/ 87 w 592"/>
                <a:gd name="T57" fmla="*/ 87 h 590"/>
                <a:gd name="T58" fmla="*/ 36 w 592"/>
                <a:gd name="T59" fmla="*/ 154 h 590"/>
                <a:gd name="T60" fmla="*/ 10 w 592"/>
                <a:gd name="T61" fmla="*/ 221 h 590"/>
                <a:gd name="T62" fmla="*/ 2 w 592"/>
                <a:gd name="T63" fmla="*/ 264 h 590"/>
                <a:gd name="T64" fmla="*/ 0 w 592"/>
                <a:gd name="T65" fmla="*/ 294 h 590"/>
                <a:gd name="T66" fmla="*/ 4 w 592"/>
                <a:gd name="T67" fmla="*/ 340 h 590"/>
                <a:gd name="T68" fmla="*/ 14 w 592"/>
                <a:gd name="T69" fmla="*/ 382 h 590"/>
                <a:gd name="T70" fmla="*/ 51 w 592"/>
                <a:gd name="T71" fmla="*/ 460 h 590"/>
                <a:gd name="T72" fmla="*/ 108 w 592"/>
                <a:gd name="T73" fmla="*/ 523 h 590"/>
                <a:gd name="T74" fmla="*/ 180 w 592"/>
                <a:gd name="T75" fmla="*/ 567 h 590"/>
                <a:gd name="T76" fmla="*/ 237 w 592"/>
                <a:gd name="T77" fmla="*/ 584 h 590"/>
                <a:gd name="T78" fmla="*/ 280 w 592"/>
                <a:gd name="T79" fmla="*/ 590 h 590"/>
                <a:gd name="T80" fmla="*/ 312 w 592"/>
                <a:gd name="T81" fmla="*/ 590 h 590"/>
                <a:gd name="T82" fmla="*/ 356 w 592"/>
                <a:gd name="T83" fmla="*/ 584 h 590"/>
                <a:gd name="T84" fmla="*/ 412 w 592"/>
                <a:gd name="T85" fmla="*/ 567 h 590"/>
                <a:gd name="T86" fmla="*/ 484 w 592"/>
                <a:gd name="T87" fmla="*/ 523 h 590"/>
                <a:gd name="T88" fmla="*/ 541 w 592"/>
                <a:gd name="T89" fmla="*/ 460 h 590"/>
                <a:gd name="T90" fmla="*/ 579 w 592"/>
                <a:gd name="T91" fmla="*/ 382 h 590"/>
                <a:gd name="T92" fmla="*/ 588 w 592"/>
                <a:gd name="T93" fmla="*/ 340 h 590"/>
                <a:gd name="T94" fmla="*/ 592 w 592"/>
                <a:gd name="T95" fmla="*/ 294 h 590"/>
                <a:gd name="T96" fmla="*/ 590 w 592"/>
                <a:gd name="T97" fmla="*/ 264 h 590"/>
                <a:gd name="T98" fmla="*/ 582 w 592"/>
                <a:gd name="T99" fmla="*/ 221 h 590"/>
                <a:gd name="T100" fmla="*/ 556 w 592"/>
                <a:gd name="T101" fmla="*/ 154 h 590"/>
                <a:gd name="T102" fmla="*/ 505 w 592"/>
                <a:gd name="T103" fmla="*/ 87 h 590"/>
                <a:gd name="T104" fmla="*/ 437 w 592"/>
                <a:gd name="T105" fmla="*/ 35 h 590"/>
                <a:gd name="T106" fmla="*/ 369 w 592"/>
                <a:gd name="T107" fmla="*/ 10 h 590"/>
                <a:gd name="T108" fmla="*/ 326 w 592"/>
                <a:gd name="T109" fmla="*/ 1 h 590"/>
                <a:gd name="T110" fmla="*/ 296 w 592"/>
                <a:gd name="T111" fmla="*/ 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92" h="590">
                  <a:moveTo>
                    <a:pt x="479" y="477"/>
                  </a:moveTo>
                  <a:lnTo>
                    <a:pt x="479" y="477"/>
                  </a:lnTo>
                  <a:lnTo>
                    <a:pt x="460" y="495"/>
                  </a:lnTo>
                  <a:lnTo>
                    <a:pt x="439" y="509"/>
                  </a:lnTo>
                  <a:lnTo>
                    <a:pt x="418" y="523"/>
                  </a:lnTo>
                  <a:lnTo>
                    <a:pt x="395" y="534"/>
                  </a:lnTo>
                  <a:lnTo>
                    <a:pt x="372" y="542"/>
                  </a:lnTo>
                  <a:lnTo>
                    <a:pt x="347" y="548"/>
                  </a:lnTo>
                  <a:lnTo>
                    <a:pt x="321" y="552"/>
                  </a:lnTo>
                  <a:lnTo>
                    <a:pt x="296" y="553"/>
                  </a:lnTo>
                  <a:lnTo>
                    <a:pt x="296" y="553"/>
                  </a:lnTo>
                  <a:lnTo>
                    <a:pt x="271" y="552"/>
                  </a:lnTo>
                  <a:lnTo>
                    <a:pt x="245" y="548"/>
                  </a:lnTo>
                  <a:lnTo>
                    <a:pt x="220" y="542"/>
                  </a:lnTo>
                  <a:lnTo>
                    <a:pt x="197" y="534"/>
                  </a:lnTo>
                  <a:lnTo>
                    <a:pt x="174" y="523"/>
                  </a:lnTo>
                  <a:lnTo>
                    <a:pt x="153" y="509"/>
                  </a:lnTo>
                  <a:lnTo>
                    <a:pt x="132" y="495"/>
                  </a:lnTo>
                  <a:lnTo>
                    <a:pt x="113" y="477"/>
                  </a:lnTo>
                  <a:lnTo>
                    <a:pt x="113" y="477"/>
                  </a:lnTo>
                  <a:lnTo>
                    <a:pt x="96" y="458"/>
                  </a:lnTo>
                  <a:lnTo>
                    <a:pt x="81" y="437"/>
                  </a:lnTo>
                  <a:lnTo>
                    <a:pt x="67" y="417"/>
                  </a:lnTo>
                  <a:lnTo>
                    <a:pt x="57" y="394"/>
                  </a:lnTo>
                  <a:lnTo>
                    <a:pt x="48" y="370"/>
                  </a:lnTo>
                  <a:lnTo>
                    <a:pt x="42" y="346"/>
                  </a:lnTo>
                  <a:lnTo>
                    <a:pt x="39" y="321"/>
                  </a:lnTo>
                  <a:lnTo>
                    <a:pt x="37" y="294"/>
                  </a:lnTo>
                  <a:lnTo>
                    <a:pt x="37" y="294"/>
                  </a:lnTo>
                  <a:lnTo>
                    <a:pt x="39" y="269"/>
                  </a:lnTo>
                  <a:lnTo>
                    <a:pt x="42" y="244"/>
                  </a:lnTo>
                  <a:lnTo>
                    <a:pt x="48" y="220"/>
                  </a:lnTo>
                  <a:lnTo>
                    <a:pt x="57" y="196"/>
                  </a:lnTo>
                  <a:lnTo>
                    <a:pt x="67" y="173"/>
                  </a:lnTo>
                  <a:lnTo>
                    <a:pt x="81" y="151"/>
                  </a:lnTo>
                  <a:lnTo>
                    <a:pt x="96" y="131"/>
                  </a:lnTo>
                  <a:lnTo>
                    <a:pt x="113" y="112"/>
                  </a:lnTo>
                  <a:lnTo>
                    <a:pt x="113" y="112"/>
                  </a:lnTo>
                  <a:lnTo>
                    <a:pt x="132" y="95"/>
                  </a:lnTo>
                  <a:lnTo>
                    <a:pt x="153" y="79"/>
                  </a:lnTo>
                  <a:lnTo>
                    <a:pt x="174" y="67"/>
                  </a:lnTo>
                  <a:lnTo>
                    <a:pt x="197" y="56"/>
                  </a:lnTo>
                  <a:lnTo>
                    <a:pt x="220" y="48"/>
                  </a:lnTo>
                  <a:lnTo>
                    <a:pt x="245" y="42"/>
                  </a:lnTo>
                  <a:lnTo>
                    <a:pt x="271" y="37"/>
                  </a:lnTo>
                  <a:lnTo>
                    <a:pt x="296" y="36"/>
                  </a:lnTo>
                  <a:lnTo>
                    <a:pt x="296" y="36"/>
                  </a:lnTo>
                  <a:lnTo>
                    <a:pt x="321" y="37"/>
                  </a:lnTo>
                  <a:lnTo>
                    <a:pt x="347" y="42"/>
                  </a:lnTo>
                  <a:lnTo>
                    <a:pt x="372" y="48"/>
                  </a:lnTo>
                  <a:lnTo>
                    <a:pt x="395" y="56"/>
                  </a:lnTo>
                  <a:lnTo>
                    <a:pt x="418" y="67"/>
                  </a:lnTo>
                  <a:lnTo>
                    <a:pt x="439" y="79"/>
                  </a:lnTo>
                  <a:lnTo>
                    <a:pt x="460" y="95"/>
                  </a:lnTo>
                  <a:lnTo>
                    <a:pt x="479" y="112"/>
                  </a:lnTo>
                  <a:lnTo>
                    <a:pt x="479" y="112"/>
                  </a:lnTo>
                  <a:lnTo>
                    <a:pt x="496" y="131"/>
                  </a:lnTo>
                  <a:lnTo>
                    <a:pt x="511" y="151"/>
                  </a:lnTo>
                  <a:lnTo>
                    <a:pt x="525" y="173"/>
                  </a:lnTo>
                  <a:lnTo>
                    <a:pt x="535" y="196"/>
                  </a:lnTo>
                  <a:lnTo>
                    <a:pt x="544" y="220"/>
                  </a:lnTo>
                  <a:lnTo>
                    <a:pt x="550" y="244"/>
                  </a:lnTo>
                  <a:lnTo>
                    <a:pt x="553" y="269"/>
                  </a:lnTo>
                  <a:lnTo>
                    <a:pt x="555" y="294"/>
                  </a:lnTo>
                  <a:lnTo>
                    <a:pt x="555" y="294"/>
                  </a:lnTo>
                  <a:lnTo>
                    <a:pt x="553" y="321"/>
                  </a:lnTo>
                  <a:lnTo>
                    <a:pt x="550" y="346"/>
                  </a:lnTo>
                  <a:lnTo>
                    <a:pt x="544" y="370"/>
                  </a:lnTo>
                  <a:lnTo>
                    <a:pt x="535" y="394"/>
                  </a:lnTo>
                  <a:lnTo>
                    <a:pt x="525" y="417"/>
                  </a:lnTo>
                  <a:lnTo>
                    <a:pt x="511" y="437"/>
                  </a:lnTo>
                  <a:lnTo>
                    <a:pt x="496" y="458"/>
                  </a:lnTo>
                  <a:lnTo>
                    <a:pt x="479" y="477"/>
                  </a:lnTo>
                  <a:lnTo>
                    <a:pt x="479" y="477"/>
                  </a:lnTo>
                  <a:close/>
                  <a:moveTo>
                    <a:pt x="296" y="0"/>
                  </a:moveTo>
                  <a:lnTo>
                    <a:pt x="296" y="0"/>
                  </a:lnTo>
                  <a:lnTo>
                    <a:pt x="280" y="0"/>
                  </a:lnTo>
                  <a:lnTo>
                    <a:pt x="266" y="1"/>
                  </a:lnTo>
                  <a:lnTo>
                    <a:pt x="251" y="4"/>
                  </a:lnTo>
                  <a:lnTo>
                    <a:pt x="237" y="6"/>
                  </a:lnTo>
                  <a:lnTo>
                    <a:pt x="223" y="10"/>
                  </a:lnTo>
                  <a:lnTo>
                    <a:pt x="208" y="13"/>
                  </a:lnTo>
                  <a:lnTo>
                    <a:pt x="180" y="23"/>
                  </a:lnTo>
                  <a:lnTo>
                    <a:pt x="155" y="35"/>
                  </a:lnTo>
                  <a:lnTo>
                    <a:pt x="131" y="50"/>
                  </a:lnTo>
                  <a:lnTo>
                    <a:pt x="108" y="67"/>
                  </a:lnTo>
                  <a:lnTo>
                    <a:pt x="87" y="87"/>
                  </a:lnTo>
                  <a:lnTo>
                    <a:pt x="69" y="107"/>
                  </a:lnTo>
                  <a:lnTo>
                    <a:pt x="51" y="130"/>
                  </a:lnTo>
                  <a:lnTo>
                    <a:pt x="36" y="154"/>
                  </a:lnTo>
                  <a:lnTo>
                    <a:pt x="24" y="180"/>
                  </a:lnTo>
                  <a:lnTo>
                    <a:pt x="14" y="207"/>
                  </a:lnTo>
                  <a:lnTo>
                    <a:pt x="10" y="221"/>
                  </a:lnTo>
                  <a:lnTo>
                    <a:pt x="6" y="236"/>
                  </a:lnTo>
                  <a:lnTo>
                    <a:pt x="4" y="250"/>
                  </a:lnTo>
                  <a:lnTo>
                    <a:pt x="2" y="264"/>
                  </a:lnTo>
                  <a:lnTo>
                    <a:pt x="1" y="280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1" y="310"/>
                  </a:lnTo>
                  <a:lnTo>
                    <a:pt x="2" y="324"/>
                  </a:lnTo>
                  <a:lnTo>
                    <a:pt x="4" y="340"/>
                  </a:lnTo>
                  <a:lnTo>
                    <a:pt x="6" y="354"/>
                  </a:lnTo>
                  <a:lnTo>
                    <a:pt x="10" y="369"/>
                  </a:lnTo>
                  <a:lnTo>
                    <a:pt x="14" y="382"/>
                  </a:lnTo>
                  <a:lnTo>
                    <a:pt x="24" y="410"/>
                  </a:lnTo>
                  <a:lnTo>
                    <a:pt x="36" y="435"/>
                  </a:lnTo>
                  <a:lnTo>
                    <a:pt x="51" y="460"/>
                  </a:lnTo>
                  <a:lnTo>
                    <a:pt x="69" y="482"/>
                  </a:lnTo>
                  <a:lnTo>
                    <a:pt x="87" y="503"/>
                  </a:lnTo>
                  <a:lnTo>
                    <a:pt x="108" y="523"/>
                  </a:lnTo>
                  <a:lnTo>
                    <a:pt x="131" y="540"/>
                  </a:lnTo>
                  <a:lnTo>
                    <a:pt x="155" y="554"/>
                  </a:lnTo>
                  <a:lnTo>
                    <a:pt x="180" y="567"/>
                  </a:lnTo>
                  <a:lnTo>
                    <a:pt x="208" y="577"/>
                  </a:lnTo>
                  <a:lnTo>
                    <a:pt x="223" y="580"/>
                  </a:lnTo>
                  <a:lnTo>
                    <a:pt x="237" y="584"/>
                  </a:lnTo>
                  <a:lnTo>
                    <a:pt x="251" y="586"/>
                  </a:lnTo>
                  <a:lnTo>
                    <a:pt x="266" y="589"/>
                  </a:lnTo>
                  <a:lnTo>
                    <a:pt x="280" y="590"/>
                  </a:lnTo>
                  <a:lnTo>
                    <a:pt x="296" y="590"/>
                  </a:lnTo>
                  <a:lnTo>
                    <a:pt x="296" y="590"/>
                  </a:lnTo>
                  <a:lnTo>
                    <a:pt x="312" y="590"/>
                  </a:lnTo>
                  <a:lnTo>
                    <a:pt x="326" y="589"/>
                  </a:lnTo>
                  <a:lnTo>
                    <a:pt x="341" y="586"/>
                  </a:lnTo>
                  <a:lnTo>
                    <a:pt x="356" y="584"/>
                  </a:lnTo>
                  <a:lnTo>
                    <a:pt x="369" y="580"/>
                  </a:lnTo>
                  <a:lnTo>
                    <a:pt x="384" y="577"/>
                  </a:lnTo>
                  <a:lnTo>
                    <a:pt x="412" y="567"/>
                  </a:lnTo>
                  <a:lnTo>
                    <a:pt x="437" y="554"/>
                  </a:lnTo>
                  <a:lnTo>
                    <a:pt x="461" y="540"/>
                  </a:lnTo>
                  <a:lnTo>
                    <a:pt x="484" y="523"/>
                  </a:lnTo>
                  <a:lnTo>
                    <a:pt x="505" y="503"/>
                  </a:lnTo>
                  <a:lnTo>
                    <a:pt x="523" y="482"/>
                  </a:lnTo>
                  <a:lnTo>
                    <a:pt x="541" y="460"/>
                  </a:lnTo>
                  <a:lnTo>
                    <a:pt x="556" y="435"/>
                  </a:lnTo>
                  <a:lnTo>
                    <a:pt x="568" y="410"/>
                  </a:lnTo>
                  <a:lnTo>
                    <a:pt x="579" y="382"/>
                  </a:lnTo>
                  <a:lnTo>
                    <a:pt x="582" y="369"/>
                  </a:lnTo>
                  <a:lnTo>
                    <a:pt x="586" y="354"/>
                  </a:lnTo>
                  <a:lnTo>
                    <a:pt x="588" y="340"/>
                  </a:lnTo>
                  <a:lnTo>
                    <a:pt x="590" y="324"/>
                  </a:lnTo>
                  <a:lnTo>
                    <a:pt x="591" y="310"/>
                  </a:lnTo>
                  <a:lnTo>
                    <a:pt x="592" y="294"/>
                  </a:lnTo>
                  <a:lnTo>
                    <a:pt x="592" y="294"/>
                  </a:lnTo>
                  <a:lnTo>
                    <a:pt x="591" y="280"/>
                  </a:lnTo>
                  <a:lnTo>
                    <a:pt x="590" y="264"/>
                  </a:lnTo>
                  <a:lnTo>
                    <a:pt x="588" y="250"/>
                  </a:lnTo>
                  <a:lnTo>
                    <a:pt x="586" y="236"/>
                  </a:lnTo>
                  <a:lnTo>
                    <a:pt x="582" y="221"/>
                  </a:lnTo>
                  <a:lnTo>
                    <a:pt x="579" y="207"/>
                  </a:lnTo>
                  <a:lnTo>
                    <a:pt x="568" y="180"/>
                  </a:lnTo>
                  <a:lnTo>
                    <a:pt x="556" y="154"/>
                  </a:lnTo>
                  <a:lnTo>
                    <a:pt x="541" y="130"/>
                  </a:lnTo>
                  <a:lnTo>
                    <a:pt x="523" y="107"/>
                  </a:lnTo>
                  <a:lnTo>
                    <a:pt x="505" y="87"/>
                  </a:lnTo>
                  <a:lnTo>
                    <a:pt x="484" y="67"/>
                  </a:lnTo>
                  <a:lnTo>
                    <a:pt x="461" y="50"/>
                  </a:lnTo>
                  <a:lnTo>
                    <a:pt x="437" y="35"/>
                  </a:lnTo>
                  <a:lnTo>
                    <a:pt x="412" y="23"/>
                  </a:lnTo>
                  <a:lnTo>
                    <a:pt x="384" y="13"/>
                  </a:lnTo>
                  <a:lnTo>
                    <a:pt x="369" y="10"/>
                  </a:lnTo>
                  <a:lnTo>
                    <a:pt x="356" y="6"/>
                  </a:lnTo>
                  <a:lnTo>
                    <a:pt x="341" y="4"/>
                  </a:lnTo>
                  <a:lnTo>
                    <a:pt x="326" y="1"/>
                  </a:lnTo>
                  <a:lnTo>
                    <a:pt x="312" y="0"/>
                  </a:lnTo>
                  <a:lnTo>
                    <a:pt x="296" y="0"/>
                  </a:lnTo>
                  <a:lnTo>
                    <a:pt x="29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Freeform 39">
              <a:extLst>
                <a:ext uri="{FF2B5EF4-FFF2-40B4-BE49-F238E27FC236}">
                  <a16:creationId xmlns:a16="http://schemas.microsoft.com/office/drawing/2014/main" id="{CA99A43D-282C-770F-E30F-A27A62F2BF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" y="771"/>
              <a:ext cx="238" cy="238"/>
            </a:xfrm>
            <a:custGeom>
              <a:avLst/>
              <a:gdLst>
                <a:gd name="T0" fmla="*/ 440 w 476"/>
                <a:gd name="T1" fmla="*/ 238 h 476"/>
                <a:gd name="T2" fmla="*/ 438 w 476"/>
                <a:gd name="T3" fmla="*/ 270 h 476"/>
                <a:gd name="T4" fmla="*/ 431 w 476"/>
                <a:gd name="T5" fmla="*/ 300 h 476"/>
                <a:gd name="T6" fmla="*/ 400 w 476"/>
                <a:gd name="T7" fmla="*/ 357 h 476"/>
                <a:gd name="T8" fmla="*/ 375 w 476"/>
                <a:gd name="T9" fmla="*/ 386 h 476"/>
                <a:gd name="T10" fmla="*/ 331 w 476"/>
                <a:gd name="T11" fmla="*/ 417 h 476"/>
                <a:gd name="T12" fmla="*/ 291 w 476"/>
                <a:gd name="T13" fmla="*/ 433 h 476"/>
                <a:gd name="T14" fmla="*/ 248 w 476"/>
                <a:gd name="T15" fmla="*/ 440 h 476"/>
                <a:gd name="T16" fmla="*/ 222 w 476"/>
                <a:gd name="T17" fmla="*/ 439 h 476"/>
                <a:gd name="T18" fmla="*/ 177 w 476"/>
                <a:gd name="T19" fmla="*/ 431 h 476"/>
                <a:gd name="T20" fmla="*/ 137 w 476"/>
                <a:gd name="T21" fmla="*/ 413 h 476"/>
                <a:gd name="T22" fmla="*/ 103 w 476"/>
                <a:gd name="T23" fmla="*/ 389 h 476"/>
                <a:gd name="T24" fmla="*/ 68 w 476"/>
                <a:gd name="T25" fmla="*/ 347 h 476"/>
                <a:gd name="T26" fmla="*/ 50 w 476"/>
                <a:gd name="T27" fmla="*/ 312 h 476"/>
                <a:gd name="T28" fmla="*/ 37 w 476"/>
                <a:gd name="T29" fmla="*/ 249 h 476"/>
                <a:gd name="T30" fmla="*/ 37 w 476"/>
                <a:gd name="T31" fmla="*/ 238 h 476"/>
                <a:gd name="T32" fmla="*/ 42 w 476"/>
                <a:gd name="T33" fmla="*/ 193 h 476"/>
                <a:gd name="T34" fmla="*/ 54 w 476"/>
                <a:gd name="T35" fmla="*/ 157 h 476"/>
                <a:gd name="T36" fmla="*/ 89 w 476"/>
                <a:gd name="T37" fmla="*/ 104 h 476"/>
                <a:gd name="T38" fmla="*/ 115 w 476"/>
                <a:gd name="T39" fmla="*/ 80 h 476"/>
                <a:gd name="T40" fmla="*/ 145 w 476"/>
                <a:gd name="T41" fmla="*/ 59 h 476"/>
                <a:gd name="T42" fmla="*/ 207 w 476"/>
                <a:gd name="T43" fmla="*/ 40 h 476"/>
                <a:gd name="T44" fmla="*/ 238 w 476"/>
                <a:gd name="T45" fmla="*/ 38 h 476"/>
                <a:gd name="T46" fmla="*/ 269 w 476"/>
                <a:gd name="T47" fmla="*/ 40 h 476"/>
                <a:gd name="T48" fmla="*/ 299 w 476"/>
                <a:gd name="T49" fmla="*/ 47 h 476"/>
                <a:gd name="T50" fmla="*/ 357 w 476"/>
                <a:gd name="T51" fmla="*/ 76 h 476"/>
                <a:gd name="T52" fmla="*/ 386 w 476"/>
                <a:gd name="T53" fmla="*/ 103 h 476"/>
                <a:gd name="T54" fmla="*/ 417 w 476"/>
                <a:gd name="T55" fmla="*/ 146 h 476"/>
                <a:gd name="T56" fmla="*/ 433 w 476"/>
                <a:gd name="T57" fmla="*/ 186 h 476"/>
                <a:gd name="T58" fmla="*/ 439 w 476"/>
                <a:gd name="T59" fmla="*/ 229 h 476"/>
                <a:gd name="T60" fmla="*/ 214 w 476"/>
                <a:gd name="T61" fmla="*/ 2 h 476"/>
                <a:gd name="T62" fmla="*/ 147 w 476"/>
                <a:gd name="T63" fmla="*/ 19 h 476"/>
                <a:gd name="T64" fmla="*/ 88 w 476"/>
                <a:gd name="T65" fmla="*/ 55 h 476"/>
                <a:gd name="T66" fmla="*/ 54 w 476"/>
                <a:gd name="T67" fmla="*/ 88 h 476"/>
                <a:gd name="T68" fmla="*/ 18 w 476"/>
                <a:gd name="T69" fmla="*/ 147 h 476"/>
                <a:gd name="T70" fmla="*/ 1 w 476"/>
                <a:gd name="T71" fmla="*/ 216 h 476"/>
                <a:gd name="T72" fmla="*/ 1 w 476"/>
                <a:gd name="T73" fmla="*/ 262 h 476"/>
                <a:gd name="T74" fmla="*/ 18 w 476"/>
                <a:gd name="T75" fmla="*/ 330 h 476"/>
                <a:gd name="T76" fmla="*/ 54 w 476"/>
                <a:gd name="T77" fmla="*/ 390 h 476"/>
                <a:gd name="T78" fmla="*/ 88 w 476"/>
                <a:gd name="T79" fmla="*/ 423 h 476"/>
                <a:gd name="T80" fmla="*/ 147 w 476"/>
                <a:gd name="T81" fmla="*/ 458 h 476"/>
                <a:gd name="T82" fmla="*/ 214 w 476"/>
                <a:gd name="T83" fmla="*/ 475 h 476"/>
                <a:gd name="T84" fmla="*/ 262 w 476"/>
                <a:gd name="T85" fmla="*/ 475 h 476"/>
                <a:gd name="T86" fmla="*/ 329 w 476"/>
                <a:gd name="T87" fmla="*/ 458 h 476"/>
                <a:gd name="T88" fmla="*/ 390 w 476"/>
                <a:gd name="T89" fmla="*/ 423 h 476"/>
                <a:gd name="T90" fmla="*/ 422 w 476"/>
                <a:gd name="T91" fmla="*/ 390 h 476"/>
                <a:gd name="T92" fmla="*/ 458 w 476"/>
                <a:gd name="T93" fmla="*/ 330 h 476"/>
                <a:gd name="T94" fmla="*/ 475 w 476"/>
                <a:gd name="T95" fmla="*/ 262 h 476"/>
                <a:gd name="T96" fmla="*/ 475 w 476"/>
                <a:gd name="T97" fmla="*/ 216 h 476"/>
                <a:gd name="T98" fmla="*/ 458 w 476"/>
                <a:gd name="T99" fmla="*/ 147 h 476"/>
                <a:gd name="T100" fmla="*/ 422 w 476"/>
                <a:gd name="T101" fmla="*/ 88 h 476"/>
                <a:gd name="T102" fmla="*/ 390 w 476"/>
                <a:gd name="T103" fmla="*/ 55 h 476"/>
                <a:gd name="T104" fmla="*/ 329 w 476"/>
                <a:gd name="T105" fmla="*/ 19 h 476"/>
                <a:gd name="T106" fmla="*/ 262 w 476"/>
                <a:gd name="T107" fmla="*/ 2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76" h="476">
                  <a:moveTo>
                    <a:pt x="439" y="229"/>
                  </a:moveTo>
                  <a:lnTo>
                    <a:pt x="439" y="229"/>
                  </a:lnTo>
                  <a:lnTo>
                    <a:pt x="440" y="238"/>
                  </a:lnTo>
                  <a:lnTo>
                    <a:pt x="440" y="238"/>
                  </a:lnTo>
                  <a:lnTo>
                    <a:pt x="439" y="255"/>
                  </a:lnTo>
                  <a:lnTo>
                    <a:pt x="438" y="270"/>
                  </a:lnTo>
                  <a:lnTo>
                    <a:pt x="434" y="285"/>
                  </a:lnTo>
                  <a:lnTo>
                    <a:pt x="431" y="300"/>
                  </a:lnTo>
                  <a:lnTo>
                    <a:pt x="431" y="300"/>
                  </a:lnTo>
                  <a:lnTo>
                    <a:pt x="422" y="320"/>
                  </a:lnTo>
                  <a:lnTo>
                    <a:pt x="412" y="339"/>
                  </a:lnTo>
                  <a:lnTo>
                    <a:pt x="400" y="357"/>
                  </a:lnTo>
                  <a:lnTo>
                    <a:pt x="387" y="374"/>
                  </a:lnTo>
                  <a:lnTo>
                    <a:pt x="387" y="374"/>
                  </a:lnTo>
                  <a:lnTo>
                    <a:pt x="375" y="386"/>
                  </a:lnTo>
                  <a:lnTo>
                    <a:pt x="361" y="398"/>
                  </a:lnTo>
                  <a:lnTo>
                    <a:pt x="346" y="409"/>
                  </a:lnTo>
                  <a:lnTo>
                    <a:pt x="331" y="417"/>
                  </a:lnTo>
                  <a:lnTo>
                    <a:pt x="331" y="417"/>
                  </a:lnTo>
                  <a:lnTo>
                    <a:pt x="311" y="426"/>
                  </a:lnTo>
                  <a:lnTo>
                    <a:pt x="291" y="433"/>
                  </a:lnTo>
                  <a:lnTo>
                    <a:pt x="270" y="438"/>
                  </a:lnTo>
                  <a:lnTo>
                    <a:pt x="248" y="440"/>
                  </a:lnTo>
                  <a:lnTo>
                    <a:pt x="248" y="440"/>
                  </a:lnTo>
                  <a:lnTo>
                    <a:pt x="238" y="440"/>
                  </a:lnTo>
                  <a:lnTo>
                    <a:pt x="238" y="440"/>
                  </a:lnTo>
                  <a:lnTo>
                    <a:pt x="222" y="439"/>
                  </a:lnTo>
                  <a:lnTo>
                    <a:pt x="207" y="438"/>
                  </a:lnTo>
                  <a:lnTo>
                    <a:pt x="191" y="434"/>
                  </a:lnTo>
                  <a:lnTo>
                    <a:pt x="177" y="431"/>
                  </a:lnTo>
                  <a:lnTo>
                    <a:pt x="177" y="431"/>
                  </a:lnTo>
                  <a:lnTo>
                    <a:pt x="156" y="423"/>
                  </a:lnTo>
                  <a:lnTo>
                    <a:pt x="137" y="413"/>
                  </a:lnTo>
                  <a:lnTo>
                    <a:pt x="119" y="402"/>
                  </a:lnTo>
                  <a:lnTo>
                    <a:pt x="103" y="389"/>
                  </a:lnTo>
                  <a:lnTo>
                    <a:pt x="103" y="389"/>
                  </a:lnTo>
                  <a:lnTo>
                    <a:pt x="90" y="375"/>
                  </a:lnTo>
                  <a:lnTo>
                    <a:pt x="78" y="362"/>
                  </a:lnTo>
                  <a:lnTo>
                    <a:pt x="68" y="347"/>
                  </a:lnTo>
                  <a:lnTo>
                    <a:pt x="59" y="331"/>
                  </a:lnTo>
                  <a:lnTo>
                    <a:pt x="59" y="331"/>
                  </a:lnTo>
                  <a:lnTo>
                    <a:pt x="50" y="312"/>
                  </a:lnTo>
                  <a:lnTo>
                    <a:pt x="43" y="291"/>
                  </a:lnTo>
                  <a:lnTo>
                    <a:pt x="39" y="271"/>
                  </a:lnTo>
                  <a:lnTo>
                    <a:pt x="37" y="249"/>
                  </a:lnTo>
                  <a:lnTo>
                    <a:pt x="37" y="249"/>
                  </a:lnTo>
                  <a:lnTo>
                    <a:pt x="37" y="238"/>
                  </a:lnTo>
                  <a:lnTo>
                    <a:pt x="37" y="238"/>
                  </a:lnTo>
                  <a:lnTo>
                    <a:pt x="37" y="223"/>
                  </a:lnTo>
                  <a:lnTo>
                    <a:pt x="39" y="207"/>
                  </a:lnTo>
                  <a:lnTo>
                    <a:pt x="42" y="193"/>
                  </a:lnTo>
                  <a:lnTo>
                    <a:pt x="45" y="177"/>
                  </a:lnTo>
                  <a:lnTo>
                    <a:pt x="45" y="177"/>
                  </a:lnTo>
                  <a:lnTo>
                    <a:pt x="54" y="157"/>
                  </a:lnTo>
                  <a:lnTo>
                    <a:pt x="64" y="139"/>
                  </a:lnTo>
                  <a:lnTo>
                    <a:pt x="76" y="121"/>
                  </a:lnTo>
                  <a:lnTo>
                    <a:pt x="89" y="104"/>
                  </a:lnTo>
                  <a:lnTo>
                    <a:pt x="89" y="104"/>
                  </a:lnTo>
                  <a:lnTo>
                    <a:pt x="101" y="91"/>
                  </a:lnTo>
                  <a:lnTo>
                    <a:pt x="115" y="80"/>
                  </a:lnTo>
                  <a:lnTo>
                    <a:pt x="130" y="69"/>
                  </a:lnTo>
                  <a:lnTo>
                    <a:pt x="145" y="59"/>
                  </a:lnTo>
                  <a:lnTo>
                    <a:pt x="145" y="59"/>
                  </a:lnTo>
                  <a:lnTo>
                    <a:pt x="165" y="51"/>
                  </a:lnTo>
                  <a:lnTo>
                    <a:pt x="185" y="45"/>
                  </a:lnTo>
                  <a:lnTo>
                    <a:pt x="207" y="40"/>
                  </a:lnTo>
                  <a:lnTo>
                    <a:pt x="228" y="38"/>
                  </a:lnTo>
                  <a:lnTo>
                    <a:pt x="228" y="38"/>
                  </a:lnTo>
                  <a:lnTo>
                    <a:pt x="238" y="38"/>
                  </a:lnTo>
                  <a:lnTo>
                    <a:pt x="238" y="38"/>
                  </a:lnTo>
                  <a:lnTo>
                    <a:pt x="254" y="38"/>
                  </a:lnTo>
                  <a:lnTo>
                    <a:pt x="269" y="40"/>
                  </a:lnTo>
                  <a:lnTo>
                    <a:pt x="285" y="43"/>
                  </a:lnTo>
                  <a:lnTo>
                    <a:pt x="299" y="47"/>
                  </a:lnTo>
                  <a:lnTo>
                    <a:pt x="299" y="47"/>
                  </a:lnTo>
                  <a:lnTo>
                    <a:pt x="320" y="55"/>
                  </a:lnTo>
                  <a:lnTo>
                    <a:pt x="339" y="64"/>
                  </a:lnTo>
                  <a:lnTo>
                    <a:pt x="357" y="76"/>
                  </a:lnTo>
                  <a:lnTo>
                    <a:pt x="373" y="89"/>
                  </a:lnTo>
                  <a:lnTo>
                    <a:pt x="373" y="89"/>
                  </a:lnTo>
                  <a:lnTo>
                    <a:pt x="386" y="103"/>
                  </a:lnTo>
                  <a:lnTo>
                    <a:pt x="398" y="116"/>
                  </a:lnTo>
                  <a:lnTo>
                    <a:pt x="408" y="130"/>
                  </a:lnTo>
                  <a:lnTo>
                    <a:pt x="417" y="146"/>
                  </a:lnTo>
                  <a:lnTo>
                    <a:pt x="417" y="146"/>
                  </a:lnTo>
                  <a:lnTo>
                    <a:pt x="426" y="165"/>
                  </a:lnTo>
                  <a:lnTo>
                    <a:pt x="433" y="186"/>
                  </a:lnTo>
                  <a:lnTo>
                    <a:pt x="437" y="207"/>
                  </a:lnTo>
                  <a:lnTo>
                    <a:pt x="439" y="229"/>
                  </a:lnTo>
                  <a:lnTo>
                    <a:pt x="439" y="229"/>
                  </a:lnTo>
                  <a:close/>
                  <a:moveTo>
                    <a:pt x="238" y="0"/>
                  </a:moveTo>
                  <a:lnTo>
                    <a:pt x="238" y="0"/>
                  </a:lnTo>
                  <a:lnTo>
                    <a:pt x="214" y="2"/>
                  </a:lnTo>
                  <a:lnTo>
                    <a:pt x="191" y="5"/>
                  </a:lnTo>
                  <a:lnTo>
                    <a:pt x="168" y="11"/>
                  </a:lnTo>
                  <a:lnTo>
                    <a:pt x="147" y="19"/>
                  </a:lnTo>
                  <a:lnTo>
                    <a:pt x="126" y="28"/>
                  </a:lnTo>
                  <a:lnTo>
                    <a:pt x="106" y="40"/>
                  </a:lnTo>
                  <a:lnTo>
                    <a:pt x="88" y="55"/>
                  </a:lnTo>
                  <a:lnTo>
                    <a:pt x="70" y="70"/>
                  </a:lnTo>
                  <a:lnTo>
                    <a:pt x="70" y="70"/>
                  </a:lnTo>
                  <a:lnTo>
                    <a:pt x="54" y="88"/>
                  </a:lnTo>
                  <a:lnTo>
                    <a:pt x="39" y="106"/>
                  </a:lnTo>
                  <a:lnTo>
                    <a:pt x="27" y="127"/>
                  </a:lnTo>
                  <a:lnTo>
                    <a:pt x="18" y="147"/>
                  </a:lnTo>
                  <a:lnTo>
                    <a:pt x="9" y="170"/>
                  </a:lnTo>
                  <a:lnTo>
                    <a:pt x="5" y="192"/>
                  </a:lnTo>
                  <a:lnTo>
                    <a:pt x="1" y="216"/>
                  </a:lnTo>
                  <a:lnTo>
                    <a:pt x="0" y="238"/>
                  </a:lnTo>
                  <a:lnTo>
                    <a:pt x="0" y="238"/>
                  </a:lnTo>
                  <a:lnTo>
                    <a:pt x="1" y="262"/>
                  </a:lnTo>
                  <a:lnTo>
                    <a:pt x="5" y="285"/>
                  </a:lnTo>
                  <a:lnTo>
                    <a:pt x="9" y="308"/>
                  </a:lnTo>
                  <a:lnTo>
                    <a:pt x="18" y="330"/>
                  </a:lnTo>
                  <a:lnTo>
                    <a:pt x="27" y="351"/>
                  </a:lnTo>
                  <a:lnTo>
                    <a:pt x="39" y="371"/>
                  </a:lnTo>
                  <a:lnTo>
                    <a:pt x="54" y="390"/>
                  </a:lnTo>
                  <a:lnTo>
                    <a:pt x="70" y="407"/>
                  </a:lnTo>
                  <a:lnTo>
                    <a:pt x="70" y="407"/>
                  </a:lnTo>
                  <a:lnTo>
                    <a:pt x="88" y="423"/>
                  </a:lnTo>
                  <a:lnTo>
                    <a:pt x="106" y="437"/>
                  </a:lnTo>
                  <a:lnTo>
                    <a:pt x="126" y="449"/>
                  </a:lnTo>
                  <a:lnTo>
                    <a:pt x="147" y="458"/>
                  </a:lnTo>
                  <a:lnTo>
                    <a:pt x="168" y="467"/>
                  </a:lnTo>
                  <a:lnTo>
                    <a:pt x="191" y="473"/>
                  </a:lnTo>
                  <a:lnTo>
                    <a:pt x="214" y="475"/>
                  </a:lnTo>
                  <a:lnTo>
                    <a:pt x="238" y="476"/>
                  </a:lnTo>
                  <a:lnTo>
                    <a:pt x="238" y="476"/>
                  </a:lnTo>
                  <a:lnTo>
                    <a:pt x="262" y="475"/>
                  </a:lnTo>
                  <a:lnTo>
                    <a:pt x="285" y="473"/>
                  </a:lnTo>
                  <a:lnTo>
                    <a:pt x="308" y="467"/>
                  </a:lnTo>
                  <a:lnTo>
                    <a:pt x="329" y="458"/>
                  </a:lnTo>
                  <a:lnTo>
                    <a:pt x="350" y="449"/>
                  </a:lnTo>
                  <a:lnTo>
                    <a:pt x="370" y="437"/>
                  </a:lnTo>
                  <a:lnTo>
                    <a:pt x="390" y="423"/>
                  </a:lnTo>
                  <a:lnTo>
                    <a:pt x="406" y="407"/>
                  </a:lnTo>
                  <a:lnTo>
                    <a:pt x="406" y="407"/>
                  </a:lnTo>
                  <a:lnTo>
                    <a:pt x="422" y="390"/>
                  </a:lnTo>
                  <a:lnTo>
                    <a:pt x="437" y="371"/>
                  </a:lnTo>
                  <a:lnTo>
                    <a:pt x="449" y="351"/>
                  </a:lnTo>
                  <a:lnTo>
                    <a:pt x="458" y="330"/>
                  </a:lnTo>
                  <a:lnTo>
                    <a:pt x="467" y="308"/>
                  </a:lnTo>
                  <a:lnTo>
                    <a:pt x="471" y="285"/>
                  </a:lnTo>
                  <a:lnTo>
                    <a:pt x="475" y="262"/>
                  </a:lnTo>
                  <a:lnTo>
                    <a:pt x="476" y="238"/>
                  </a:lnTo>
                  <a:lnTo>
                    <a:pt x="476" y="238"/>
                  </a:lnTo>
                  <a:lnTo>
                    <a:pt x="475" y="216"/>
                  </a:lnTo>
                  <a:lnTo>
                    <a:pt x="471" y="192"/>
                  </a:lnTo>
                  <a:lnTo>
                    <a:pt x="467" y="170"/>
                  </a:lnTo>
                  <a:lnTo>
                    <a:pt x="458" y="147"/>
                  </a:lnTo>
                  <a:lnTo>
                    <a:pt x="449" y="127"/>
                  </a:lnTo>
                  <a:lnTo>
                    <a:pt x="437" y="106"/>
                  </a:lnTo>
                  <a:lnTo>
                    <a:pt x="422" y="88"/>
                  </a:lnTo>
                  <a:lnTo>
                    <a:pt x="406" y="70"/>
                  </a:lnTo>
                  <a:lnTo>
                    <a:pt x="406" y="70"/>
                  </a:lnTo>
                  <a:lnTo>
                    <a:pt x="390" y="55"/>
                  </a:lnTo>
                  <a:lnTo>
                    <a:pt x="370" y="40"/>
                  </a:lnTo>
                  <a:lnTo>
                    <a:pt x="350" y="28"/>
                  </a:lnTo>
                  <a:lnTo>
                    <a:pt x="329" y="19"/>
                  </a:lnTo>
                  <a:lnTo>
                    <a:pt x="308" y="11"/>
                  </a:lnTo>
                  <a:lnTo>
                    <a:pt x="285" y="5"/>
                  </a:lnTo>
                  <a:lnTo>
                    <a:pt x="262" y="2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Freeform 40">
              <a:extLst>
                <a:ext uri="{FF2B5EF4-FFF2-40B4-BE49-F238E27FC236}">
                  <a16:creationId xmlns:a16="http://schemas.microsoft.com/office/drawing/2014/main" id="{0EDB32FD-D715-436C-4344-988EBF203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864"/>
              <a:ext cx="54" cy="44"/>
            </a:xfrm>
            <a:custGeom>
              <a:avLst/>
              <a:gdLst>
                <a:gd name="T0" fmla="*/ 109 w 109"/>
                <a:gd name="T1" fmla="*/ 80 h 86"/>
                <a:gd name="T2" fmla="*/ 109 w 109"/>
                <a:gd name="T3" fmla="*/ 80 h 86"/>
                <a:gd name="T4" fmla="*/ 106 w 109"/>
                <a:gd name="T5" fmla="*/ 73 h 86"/>
                <a:gd name="T6" fmla="*/ 105 w 109"/>
                <a:gd name="T7" fmla="*/ 67 h 86"/>
                <a:gd name="T8" fmla="*/ 104 w 109"/>
                <a:gd name="T9" fmla="*/ 60 h 86"/>
                <a:gd name="T10" fmla="*/ 103 w 109"/>
                <a:gd name="T11" fmla="*/ 51 h 86"/>
                <a:gd name="T12" fmla="*/ 103 w 109"/>
                <a:gd name="T13" fmla="*/ 51 h 86"/>
                <a:gd name="T14" fmla="*/ 104 w 109"/>
                <a:gd name="T15" fmla="*/ 39 h 86"/>
                <a:gd name="T16" fmla="*/ 104 w 109"/>
                <a:gd name="T17" fmla="*/ 39 h 86"/>
                <a:gd name="T18" fmla="*/ 76 w 109"/>
                <a:gd name="T19" fmla="*/ 30 h 86"/>
                <a:gd name="T20" fmla="*/ 50 w 109"/>
                <a:gd name="T21" fmla="*/ 20 h 86"/>
                <a:gd name="T22" fmla="*/ 27 w 109"/>
                <a:gd name="T23" fmla="*/ 9 h 86"/>
                <a:gd name="T24" fmla="*/ 9 w 109"/>
                <a:gd name="T25" fmla="*/ 0 h 86"/>
                <a:gd name="T26" fmla="*/ 9 w 109"/>
                <a:gd name="T27" fmla="*/ 0 h 86"/>
                <a:gd name="T28" fmla="*/ 5 w 109"/>
                <a:gd name="T29" fmla="*/ 13 h 86"/>
                <a:gd name="T30" fmla="*/ 3 w 109"/>
                <a:gd name="T31" fmla="*/ 25 h 86"/>
                <a:gd name="T32" fmla="*/ 2 w 109"/>
                <a:gd name="T33" fmla="*/ 38 h 86"/>
                <a:gd name="T34" fmla="*/ 0 w 109"/>
                <a:gd name="T35" fmla="*/ 51 h 86"/>
                <a:gd name="T36" fmla="*/ 0 w 109"/>
                <a:gd name="T37" fmla="*/ 51 h 86"/>
                <a:gd name="T38" fmla="*/ 0 w 109"/>
                <a:gd name="T39" fmla="*/ 60 h 86"/>
                <a:gd name="T40" fmla="*/ 0 w 109"/>
                <a:gd name="T41" fmla="*/ 60 h 86"/>
                <a:gd name="T42" fmla="*/ 6 w 109"/>
                <a:gd name="T43" fmla="*/ 66 h 86"/>
                <a:gd name="T44" fmla="*/ 11 w 109"/>
                <a:gd name="T45" fmla="*/ 71 h 86"/>
                <a:gd name="T46" fmla="*/ 17 w 109"/>
                <a:gd name="T47" fmla="*/ 74 h 86"/>
                <a:gd name="T48" fmla="*/ 23 w 109"/>
                <a:gd name="T49" fmla="*/ 78 h 86"/>
                <a:gd name="T50" fmla="*/ 36 w 109"/>
                <a:gd name="T51" fmla="*/ 83 h 86"/>
                <a:gd name="T52" fmla="*/ 50 w 109"/>
                <a:gd name="T53" fmla="*/ 85 h 86"/>
                <a:gd name="T54" fmla="*/ 65 w 109"/>
                <a:gd name="T55" fmla="*/ 86 h 86"/>
                <a:gd name="T56" fmla="*/ 80 w 109"/>
                <a:gd name="T57" fmla="*/ 85 h 86"/>
                <a:gd name="T58" fmla="*/ 94 w 109"/>
                <a:gd name="T59" fmla="*/ 83 h 86"/>
                <a:gd name="T60" fmla="*/ 109 w 109"/>
                <a:gd name="T61" fmla="*/ 80 h 86"/>
                <a:gd name="T62" fmla="*/ 109 w 109"/>
                <a:gd name="T63" fmla="*/ 8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9" h="86">
                  <a:moveTo>
                    <a:pt x="109" y="80"/>
                  </a:moveTo>
                  <a:lnTo>
                    <a:pt x="109" y="80"/>
                  </a:lnTo>
                  <a:lnTo>
                    <a:pt x="106" y="73"/>
                  </a:lnTo>
                  <a:lnTo>
                    <a:pt x="105" y="67"/>
                  </a:lnTo>
                  <a:lnTo>
                    <a:pt x="104" y="60"/>
                  </a:lnTo>
                  <a:lnTo>
                    <a:pt x="103" y="51"/>
                  </a:lnTo>
                  <a:lnTo>
                    <a:pt x="103" y="51"/>
                  </a:lnTo>
                  <a:lnTo>
                    <a:pt x="104" y="39"/>
                  </a:lnTo>
                  <a:lnTo>
                    <a:pt x="104" y="39"/>
                  </a:lnTo>
                  <a:lnTo>
                    <a:pt x="76" y="30"/>
                  </a:lnTo>
                  <a:lnTo>
                    <a:pt x="50" y="20"/>
                  </a:lnTo>
                  <a:lnTo>
                    <a:pt x="27" y="9"/>
                  </a:lnTo>
                  <a:lnTo>
                    <a:pt x="9" y="0"/>
                  </a:lnTo>
                  <a:lnTo>
                    <a:pt x="9" y="0"/>
                  </a:lnTo>
                  <a:lnTo>
                    <a:pt x="5" y="13"/>
                  </a:lnTo>
                  <a:lnTo>
                    <a:pt x="3" y="25"/>
                  </a:lnTo>
                  <a:lnTo>
                    <a:pt x="2" y="38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6" y="66"/>
                  </a:lnTo>
                  <a:lnTo>
                    <a:pt x="11" y="71"/>
                  </a:lnTo>
                  <a:lnTo>
                    <a:pt x="17" y="74"/>
                  </a:lnTo>
                  <a:lnTo>
                    <a:pt x="23" y="78"/>
                  </a:lnTo>
                  <a:lnTo>
                    <a:pt x="36" y="83"/>
                  </a:lnTo>
                  <a:lnTo>
                    <a:pt x="50" y="85"/>
                  </a:lnTo>
                  <a:lnTo>
                    <a:pt x="65" y="86"/>
                  </a:lnTo>
                  <a:lnTo>
                    <a:pt x="80" y="85"/>
                  </a:lnTo>
                  <a:lnTo>
                    <a:pt x="94" y="83"/>
                  </a:lnTo>
                  <a:lnTo>
                    <a:pt x="109" y="80"/>
                  </a:lnTo>
                  <a:lnTo>
                    <a:pt x="109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2" name="Freeform 41">
              <a:extLst>
                <a:ext uri="{FF2B5EF4-FFF2-40B4-BE49-F238E27FC236}">
                  <a16:creationId xmlns:a16="http://schemas.microsoft.com/office/drawing/2014/main" id="{0E46D8D2-E9CB-123B-EEA8-1A48FA7C2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3" y="815"/>
              <a:ext cx="44" cy="64"/>
            </a:xfrm>
            <a:custGeom>
              <a:avLst/>
              <a:gdLst>
                <a:gd name="T0" fmla="*/ 63 w 89"/>
                <a:gd name="T1" fmla="*/ 128 h 128"/>
                <a:gd name="T2" fmla="*/ 63 w 89"/>
                <a:gd name="T3" fmla="*/ 128 h 128"/>
                <a:gd name="T4" fmla="*/ 67 w 89"/>
                <a:gd name="T5" fmla="*/ 118 h 128"/>
                <a:gd name="T6" fmla="*/ 73 w 89"/>
                <a:gd name="T7" fmla="*/ 110 h 128"/>
                <a:gd name="T8" fmla="*/ 80 w 89"/>
                <a:gd name="T9" fmla="*/ 101 h 128"/>
                <a:gd name="T10" fmla="*/ 89 w 89"/>
                <a:gd name="T11" fmla="*/ 95 h 128"/>
                <a:gd name="T12" fmla="*/ 89 w 89"/>
                <a:gd name="T13" fmla="*/ 95 h 128"/>
                <a:gd name="T14" fmla="*/ 74 w 89"/>
                <a:gd name="T15" fmla="*/ 69 h 128"/>
                <a:gd name="T16" fmla="*/ 63 w 89"/>
                <a:gd name="T17" fmla="*/ 42 h 128"/>
                <a:gd name="T18" fmla="*/ 55 w 89"/>
                <a:gd name="T19" fmla="*/ 19 h 128"/>
                <a:gd name="T20" fmla="*/ 48 w 89"/>
                <a:gd name="T21" fmla="*/ 0 h 128"/>
                <a:gd name="T22" fmla="*/ 48 w 89"/>
                <a:gd name="T23" fmla="*/ 0 h 128"/>
                <a:gd name="T24" fmla="*/ 35 w 89"/>
                <a:gd name="T25" fmla="*/ 9 h 128"/>
                <a:gd name="T26" fmla="*/ 23 w 89"/>
                <a:gd name="T27" fmla="*/ 17 h 128"/>
                <a:gd name="T28" fmla="*/ 12 w 89"/>
                <a:gd name="T29" fmla="*/ 27 h 128"/>
                <a:gd name="T30" fmla="*/ 1 w 89"/>
                <a:gd name="T31" fmla="*/ 37 h 128"/>
                <a:gd name="T32" fmla="*/ 1 w 89"/>
                <a:gd name="T33" fmla="*/ 37 h 128"/>
                <a:gd name="T34" fmla="*/ 0 w 89"/>
                <a:gd name="T35" fmla="*/ 45 h 128"/>
                <a:gd name="T36" fmla="*/ 1 w 89"/>
                <a:gd name="T37" fmla="*/ 52 h 128"/>
                <a:gd name="T38" fmla="*/ 2 w 89"/>
                <a:gd name="T39" fmla="*/ 59 h 128"/>
                <a:gd name="T40" fmla="*/ 3 w 89"/>
                <a:gd name="T41" fmla="*/ 65 h 128"/>
                <a:gd name="T42" fmla="*/ 9 w 89"/>
                <a:gd name="T43" fmla="*/ 78 h 128"/>
                <a:gd name="T44" fmla="*/ 18 w 89"/>
                <a:gd name="T45" fmla="*/ 90 h 128"/>
                <a:gd name="T46" fmla="*/ 27 w 89"/>
                <a:gd name="T47" fmla="*/ 101 h 128"/>
                <a:gd name="T48" fmla="*/ 38 w 89"/>
                <a:gd name="T49" fmla="*/ 111 h 128"/>
                <a:gd name="T50" fmla="*/ 50 w 89"/>
                <a:gd name="T51" fmla="*/ 119 h 128"/>
                <a:gd name="T52" fmla="*/ 63 w 89"/>
                <a:gd name="T53" fmla="*/ 128 h 128"/>
                <a:gd name="T54" fmla="*/ 63 w 89"/>
                <a:gd name="T55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" h="128">
                  <a:moveTo>
                    <a:pt x="63" y="128"/>
                  </a:moveTo>
                  <a:lnTo>
                    <a:pt x="63" y="128"/>
                  </a:lnTo>
                  <a:lnTo>
                    <a:pt x="67" y="118"/>
                  </a:lnTo>
                  <a:lnTo>
                    <a:pt x="73" y="110"/>
                  </a:lnTo>
                  <a:lnTo>
                    <a:pt x="80" y="101"/>
                  </a:lnTo>
                  <a:lnTo>
                    <a:pt x="89" y="95"/>
                  </a:lnTo>
                  <a:lnTo>
                    <a:pt x="89" y="95"/>
                  </a:lnTo>
                  <a:lnTo>
                    <a:pt x="74" y="69"/>
                  </a:lnTo>
                  <a:lnTo>
                    <a:pt x="63" y="42"/>
                  </a:lnTo>
                  <a:lnTo>
                    <a:pt x="55" y="19"/>
                  </a:lnTo>
                  <a:lnTo>
                    <a:pt x="48" y="0"/>
                  </a:lnTo>
                  <a:lnTo>
                    <a:pt x="48" y="0"/>
                  </a:lnTo>
                  <a:lnTo>
                    <a:pt x="35" y="9"/>
                  </a:lnTo>
                  <a:lnTo>
                    <a:pt x="23" y="17"/>
                  </a:lnTo>
                  <a:lnTo>
                    <a:pt x="12" y="27"/>
                  </a:lnTo>
                  <a:lnTo>
                    <a:pt x="1" y="37"/>
                  </a:lnTo>
                  <a:lnTo>
                    <a:pt x="1" y="37"/>
                  </a:lnTo>
                  <a:lnTo>
                    <a:pt x="0" y="45"/>
                  </a:lnTo>
                  <a:lnTo>
                    <a:pt x="1" y="52"/>
                  </a:lnTo>
                  <a:lnTo>
                    <a:pt x="2" y="59"/>
                  </a:lnTo>
                  <a:lnTo>
                    <a:pt x="3" y="65"/>
                  </a:lnTo>
                  <a:lnTo>
                    <a:pt x="9" y="78"/>
                  </a:lnTo>
                  <a:lnTo>
                    <a:pt x="18" y="90"/>
                  </a:lnTo>
                  <a:lnTo>
                    <a:pt x="27" y="101"/>
                  </a:lnTo>
                  <a:lnTo>
                    <a:pt x="38" y="111"/>
                  </a:lnTo>
                  <a:lnTo>
                    <a:pt x="50" y="119"/>
                  </a:lnTo>
                  <a:lnTo>
                    <a:pt x="63" y="128"/>
                  </a:lnTo>
                  <a:lnTo>
                    <a:pt x="63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3" name="Freeform 42">
              <a:extLst>
                <a:ext uri="{FF2B5EF4-FFF2-40B4-BE49-F238E27FC236}">
                  <a16:creationId xmlns:a16="http://schemas.microsoft.com/office/drawing/2014/main" id="{8D798F41-A466-2DFB-38C6-4FAED486E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909"/>
              <a:ext cx="64" cy="44"/>
            </a:xfrm>
            <a:custGeom>
              <a:avLst/>
              <a:gdLst>
                <a:gd name="T0" fmla="*/ 127 w 127"/>
                <a:gd name="T1" fmla="*/ 26 h 89"/>
                <a:gd name="T2" fmla="*/ 127 w 127"/>
                <a:gd name="T3" fmla="*/ 26 h 89"/>
                <a:gd name="T4" fmla="*/ 118 w 127"/>
                <a:gd name="T5" fmla="*/ 21 h 89"/>
                <a:gd name="T6" fmla="*/ 109 w 127"/>
                <a:gd name="T7" fmla="*/ 15 h 89"/>
                <a:gd name="T8" fmla="*/ 101 w 127"/>
                <a:gd name="T9" fmla="*/ 8 h 89"/>
                <a:gd name="T10" fmla="*/ 95 w 127"/>
                <a:gd name="T11" fmla="*/ 0 h 89"/>
                <a:gd name="T12" fmla="*/ 95 w 127"/>
                <a:gd name="T13" fmla="*/ 0 h 89"/>
                <a:gd name="T14" fmla="*/ 68 w 127"/>
                <a:gd name="T15" fmla="*/ 14 h 89"/>
                <a:gd name="T16" fmla="*/ 42 w 127"/>
                <a:gd name="T17" fmla="*/ 25 h 89"/>
                <a:gd name="T18" fmla="*/ 18 w 127"/>
                <a:gd name="T19" fmla="*/ 34 h 89"/>
                <a:gd name="T20" fmla="*/ 0 w 127"/>
                <a:gd name="T21" fmla="*/ 41 h 89"/>
                <a:gd name="T22" fmla="*/ 0 w 127"/>
                <a:gd name="T23" fmla="*/ 41 h 89"/>
                <a:gd name="T24" fmla="*/ 7 w 127"/>
                <a:gd name="T25" fmla="*/ 54 h 89"/>
                <a:gd name="T26" fmla="*/ 16 w 127"/>
                <a:gd name="T27" fmla="*/ 66 h 89"/>
                <a:gd name="T28" fmla="*/ 26 w 127"/>
                <a:gd name="T29" fmla="*/ 78 h 89"/>
                <a:gd name="T30" fmla="*/ 37 w 127"/>
                <a:gd name="T31" fmla="*/ 89 h 89"/>
                <a:gd name="T32" fmla="*/ 37 w 127"/>
                <a:gd name="T33" fmla="*/ 89 h 89"/>
                <a:gd name="T34" fmla="*/ 44 w 127"/>
                <a:gd name="T35" fmla="*/ 89 h 89"/>
                <a:gd name="T36" fmla="*/ 51 w 127"/>
                <a:gd name="T37" fmla="*/ 89 h 89"/>
                <a:gd name="T38" fmla="*/ 57 w 127"/>
                <a:gd name="T39" fmla="*/ 87 h 89"/>
                <a:gd name="T40" fmla="*/ 65 w 127"/>
                <a:gd name="T41" fmla="*/ 85 h 89"/>
                <a:gd name="T42" fmla="*/ 78 w 127"/>
                <a:gd name="T43" fmla="*/ 79 h 89"/>
                <a:gd name="T44" fmla="*/ 89 w 127"/>
                <a:gd name="T45" fmla="*/ 72 h 89"/>
                <a:gd name="T46" fmla="*/ 99 w 127"/>
                <a:gd name="T47" fmla="*/ 61 h 89"/>
                <a:gd name="T48" fmla="*/ 110 w 127"/>
                <a:gd name="T49" fmla="*/ 50 h 89"/>
                <a:gd name="T50" fmla="*/ 119 w 127"/>
                <a:gd name="T51" fmla="*/ 38 h 89"/>
                <a:gd name="T52" fmla="*/ 127 w 127"/>
                <a:gd name="T53" fmla="*/ 26 h 89"/>
                <a:gd name="T54" fmla="*/ 127 w 127"/>
                <a:gd name="T55" fmla="*/ 26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89">
                  <a:moveTo>
                    <a:pt x="127" y="26"/>
                  </a:moveTo>
                  <a:lnTo>
                    <a:pt x="127" y="26"/>
                  </a:lnTo>
                  <a:lnTo>
                    <a:pt x="118" y="21"/>
                  </a:lnTo>
                  <a:lnTo>
                    <a:pt x="109" y="15"/>
                  </a:lnTo>
                  <a:lnTo>
                    <a:pt x="101" y="8"/>
                  </a:lnTo>
                  <a:lnTo>
                    <a:pt x="95" y="0"/>
                  </a:lnTo>
                  <a:lnTo>
                    <a:pt x="95" y="0"/>
                  </a:lnTo>
                  <a:lnTo>
                    <a:pt x="68" y="14"/>
                  </a:lnTo>
                  <a:lnTo>
                    <a:pt x="42" y="25"/>
                  </a:lnTo>
                  <a:lnTo>
                    <a:pt x="18" y="34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7" y="54"/>
                  </a:lnTo>
                  <a:lnTo>
                    <a:pt x="16" y="66"/>
                  </a:lnTo>
                  <a:lnTo>
                    <a:pt x="26" y="78"/>
                  </a:lnTo>
                  <a:lnTo>
                    <a:pt x="37" y="89"/>
                  </a:lnTo>
                  <a:lnTo>
                    <a:pt x="37" y="89"/>
                  </a:lnTo>
                  <a:lnTo>
                    <a:pt x="44" y="89"/>
                  </a:lnTo>
                  <a:lnTo>
                    <a:pt x="51" y="89"/>
                  </a:lnTo>
                  <a:lnTo>
                    <a:pt x="57" y="87"/>
                  </a:lnTo>
                  <a:lnTo>
                    <a:pt x="65" y="85"/>
                  </a:lnTo>
                  <a:lnTo>
                    <a:pt x="78" y="79"/>
                  </a:lnTo>
                  <a:lnTo>
                    <a:pt x="89" y="72"/>
                  </a:lnTo>
                  <a:lnTo>
                    <a:pt x="99" y="61"/>
                  </a:lnTo>
                  <a:lnTo>
                    <a:pt x="110" y="50"/>
                  </a:lnTo>
                  <a:lnTo>
                    <a:pt x="119" y="38"/>
                  </a:lnTo>
                  <a:lnTo>
                    <a:pt x="127" y="26"/>
                  </a:lnTo>
                  <a:lnTo>
                    <a:pt x="127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43">
              <a:extLst>
                <a:ext uri="{FF2B5EF4-FFF2-40B4-BE49-F238E27FC236}">
                  <a16:creationId xmlns:a16="http://schemas.microsoft.com/office/drawing/2014/main" id="{FE0345E7-8019-4E1F-A5D4-AB826B5D3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921"/>
              <a:ext cx="43" cy="54"/>
            </a:xfrm>
            <a:custGeom>
              <a:avLst/>
              <a:gdLst>
                <a:gd name="T0" fmla="*/ 52 w 87"/>
                <a:gd name="T1" fmla="*/ 6 h 108"/>
                <a:gd name="T2" fmla="*/ 52 w 87"/>
                <a:gd name="T3" fmla="*/ 6 h 108"/>
                <a:gd name="T4" fmla="*/ 39 w 87"/>
                <a:gd name="T5" fmla="*/ 4 h 108"/>
                <a:gd name="T6" fmla="*/ 39 w 87"/>
                <a:gd name="T7" fmla="*/ 4 h 108"/>
                <a:gd name="T8" fmla="*/ 30 w 87"/>
                <a:gd name="T9" fmla="*/ 33 h 108"/>
                <a:gd name="T10" fmla="*/ 20 w 87"/>
                <a:gd name="T11" fmla="*/ 60 h 108"/>
                <a:gd name="T12" fmla="*/ 10 w 87"/>
                <a:gd name="T13" fmla="*/ 83 h 108"/>
                <a:gd name="T14" fmla="*/ 0 w 87"/>
                <a:gd name="T15" fmla="*/ 99 h 108"/>
                <a:gd name="T16" fmla="*/ 0 w 87"/>
                <a:gd name="T17" fmla="*/ 99 h 108"/>
                <a:gd name="T18" fmla="*/ 12 w 87"/>
                <a:gd name="T19" fmla="*/ 103 h 108"/>
                <a:gd name="T20" fmla="*/ 26 w 87"/>
                <a:gd name="T21" fmla="*/ 105 h 108"/>
                <a:gd name="T22" fmla="*/ 39 w 87"/>
                <a:gd name="T23" fmla="*/ 108 h 108"/>
                <a:gd name="T24" fmla="*/ 52 w 87"/>
                <a:gd name="T25" fmla="*/ 108 h 108"/>
                <a:gd name="T26" fmla="*/ 52 w 87"/>
                <a:gd name="T27" fmla="*/ 108 h 108"/>
                <a:gd name="T28" fmla="*/ 60 w 87"/>
                <a:gd name="T29" fmla="*/ 108 h 108"/>
                <a:gd name="T30" fmla="*/ 60 w 87"/>
                <a:gd name="T31" fmla="*/ 108 h 108"/>
                <a:gd name="T32" fmla="*/ 66 w 87"/>
                <a:gd name="T33" fmla="*/ 103 h 108"/>
                <a:gd name="T34" fmla="*/ 71 w 87"/>
                <a:gd name="T35" fmla="*/ 97 h 108"/>
                <a:gd name="T36" fmla="*/ 75 w 87"/>
                <a:gd name="T37" fmla="*/ 92 h 108"/>
                <a:gd name="T38" fmla="*/ 78 w 87"/>
                <a:gd name="T39" fmla="*/ 86 h 108"/>
                <a:gd name="T40" fmla="*/ 83 w 87"/>
                <a:gd name="T41" fmla="*/ 73 h 108"/>
                <a:gd name="T42" fmla="*/ 86 w 87"/>
                <a:gd name="T43" fmla="*/ 59 h 108"/>
                <a:gd name="T44" fmla="*/ 87 w 87"/>
                <a:gd name="T45" fmla="*/ 44 h 108"/>
                <a:gd name="T46" fmla="*/ 86 w 87"/>
                <a:gd name="T47" fmla="*/ 29 h 108"/>
                <a:gd name="T48" fmla="*/ 83 w 87"/>
                <a:gd name="T49" fmla="*/ 14 h 108"/>
                <a:gd name="T50" fmla="*/ 81 w 87"/>
                <a:gd name="T51" fmla="*/ 0 h 108"/>
                <a:gd name="T52" fmla="*/ 81 w 87"/>
                <a:gd name="T53" fmla="*/ 0 h 108"/>
                <a:gd name="T54" fmla="*/ 74 w 87"/>
                <a:gd name="T55" fmla="*/ 2 h 108"/>
                <a:gd name="T56" fmla="*/ 66 w 87"/>
                <a:gd name="T57" fmla="*/ 4 h 108"/>
                <a:gd name="T58" fmla="*/ 59 w 87"/>
                <a:gd name="T59" fmla="*/ 6 h 108"/>
                <a:gd name="T60" fmla="*/ 52 w 87"/>
                <a:gd name="T61" fmla="*/ 6 h 108"/>
                <a:gd name="T62" fmla="*/ 52 w 87"/>
                <a:gd name="T63" fmla="*/ 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7" h="108">
                  <a:moveTo>
                    <a:pt x="52" y="6"/>
                  </a:moveTo>
                  <a:lnTo>
                    <a:pt x="52" y="6"/>
                  </a:lnTo>
                  <a:lnTo>
                    <a:pt x="39" y="4"/>
                  </a:lnTo>
                  <a:lnTo>
                    <a:pt x="39" y="4"/>
                  </a:lnTo>
                  <a:lnTo>
                    <a:pt x="30" y="33"/>
                  </a:lnTo>
                  <a:lnTo>
                    <a:pt x="20" y="60"/>
                  </a:lnTo>
                  <a:lnTo>
                    <a:pt x="10" y="83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12" y="103"/>
                  </a:lnTo>
                  <a:lnTo>
                    <a:pt x="26" y="105"/>
                  </a:lnTo>
                  <a:lnTo>
                    <a:pt x="39" y="108"/>
                  </a:lnTo>
                  <a:lnTo>
                    <a:pt x="52" y="108"/>
                  </a:lnTo>
                  <a:lnTo>
                    <a:pt x="52" y="108"/>
                  </a:lnTo>
                  <a:lnTo>
                    <a:pt x="60" y="108"/>
                  </a:lnTo>
                  <a:lnTo>
                    <a:pt x="60" y="108"/>
                  </a:lnTo>
                  <a:lnTo>
                    <a:pt x="66" y="103"/>
                  </a:lnTo>
                  <a:lnTo>
                    <a:pt x="71" y="97"/>
                  </a:lnTo>
                  <a:lnTo>
                    <a:pt x="75" y="92"/>
                  </a:lnTo>
                  <a:lnTo>
                    <a:pt x="78" y="86"/>
                  </a:lnTo>
                  <a:lnTo>
                    <a:pt x="83" y="73"/>
                  </a:lnTo>
                  <a:lnTo>
                    <a:pt x="86" y="59"/>
                  </a:lnTo>
                  <a:lnTo>
                    <a:pt x="87" y="44"/>
                  </a:lnTo>
                  <a:lnTo>
                    <a:pt x="86" y="29"/>
                  </a:lnTo>
                  <a:lnTo>
                    <a:pt x="83" y="14"/>
                  </a:lnTo>
                  <a:lnTo>
                    <a:pt x="81" y="0"/>
                  </a:lnTo>
                  <a:lnTo>
                    <a:pt x="81" y="0"/>
                  </a:lnTo>
                  <a:lnTo>
                    <a:pt x="74" y="2"/>
                  </a:lnTo>
                  <a:lnTo>
                    <a:pt x="66" y="4"/>
                  </a:lnTo>
                  <a:lnTo>
                    <a:pt x="59" y="6"/>
                  </a:lnTo>
                  <a:lnTo>
                    <a:pt x="52" y="6"/>
                  </a:lnTo>
                  <a:lnTo>
                    <a:pt x="52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5" name="Freeform 44">
              <a:extLst>
                <a:ext uri="{FF2B5EF4-FFF2-40B4-BE49-F238E27FC236}">
                  <a16:creationId xmlns:a16="http://schemas.microsoft.com/office/drawing/2014/main" id="{427E169A-FBC6-8346-DB31-BFD31F011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806"/>
              <a:ext cx="43" cy="54"/>
            </a:xfrm>
            <a:custGeom>
              <a:avLst/>
              <a:gdLst>
                <a:gd name="T0" fmla="*/ 35 w 87"/>
                <a:gd name="T1" fmla="*/ 101 h 108"/>
                <a:gd name="T2" fmla="*/ 35 w 87"/>
                <a:gd name="T3" fmla="*/ 101 h 108"/>
                <a:gd name="T4" fmla="*/ 48 w 87"/>
                <a:gd name="T5" fmla="*/ 104 h 108"/>
                <a:gd name="T6" fmla="*/ 48 w 87"/>
                <a:gd name="T7" fmla="*/ 104 h 108"/>
                <a:gd name="T8" fmla="*/ 57 w 87"/>
                <a:gd name="T9" fmla="*/ 75 h 108"/>
                <a:gd name="T10" fmla="*/ 67 w 87"/>
                <a:gd name="T11" fmla="*/ 48 h 108"/>
                <a:gd name="T12" fmla="*/ 77 w 87"/>
                <a:gd name="T13" fmla="*/ 25 h 108"/>
                <a:gd name="T14" fmla="*/ 87 w 87"/>
                <a:gd name="T15" fmla="*/ 7 h 108"/>
                <a:gd name="T16" fmla="*/ 87 w 87"/>
                <a:gd name="T17" fmla="*/ 7 h 108"/>
                <a:gd name="T18" fmla="*/ 75 w 87"/>
                <a:gd name="T19" fmla="*/ 4 h 108"/>
                <a:gd name="T20" fmla="*/ 61 w 87"/>
                <a:gd name="T21" fmla="*/ 1 h 108"/>
                <a:gd name="T22" fmla="*/ 48 w 87"/>
                <a:gd name="T23" fmla="*/ 0 h 108"/>
                <a:gd name="T24" fmla="*/ 35 w 87"/>
                <a:gd name="T25" fmla="*/ 0 h 108"/>
                <a:gd name="T26" fmla="*/ 35 w 87"/>
                <a:gd name="T27" fmla="*/ 0 h 108"/>
                <a:gd name="T28" fmla="*/ 27 w 87"/>
                <a:gd name="T29" fmla="*/ 0 h 108"/>
                <a:gd name="T30" fmla="*/ 27 w 87"/>
                <a:gd name="T31" fmla="*/ 0 h 108"/>
                <a:gd name="T32" fmla="*/ 21 w 87"/>
                <a:gd name="T33" fmla="*/ 5 h 108"/>
                <a:gd name="T34" fmla="*/ 16 w 87"/>
                <a:gd name="T35" fmla="*/ 10 h 108"/>
                <a:gd name="T36" fmla="*/ 12 w 87"/>
                <a:gd name="T37" fmla="*/ 16 h 108"/>
                <a:gd name="T38" fmla="*/ 9 w 87"/>
                <a:gd name="T39" fmla="*/ 22 h 108"/>
                <a:gd name="T40" fmla="*/ 4 w 87"/>
                <a:gd name="T41" fmla="*/ 35 h 108"/>
                <a:gd name="T42" fmla="*/ 1 w 87"/>
                <a:gd name="T43" fmla="*/ 49 h 108"/>
                <a:gd name="T44" fmla="*/ 0 w 87"/>
                <a:gd name="T45" fmla="*/ 64 h 108"/>
                <a:gd name="T46" fmla="*/ 1 w 87"/>
                <a:gd name="T47" fmla="*/ 78 h 108"/>
                <a:gd name="T48" fmla="*/ 4 w 87"/>
                <a:gd name="T49" fmla="*/ 94 h 108"/>
                <a:gd name="T50" fmla="*/ 7 w 87"/>
                <a:gd name="T51" fmla="*/ 108 h 108"/>
                <a:gd name="T52" fmla="*/ 7 w 87"/>
                <a:gd name="T53" fmla="*/ 108 h 108"/>
                <a:gd name="T54" fmla="*/ 13 w 87"/>
                <a:gd name="T55" fmla="*/ 105 h 108"/>
                <a:gd name="T56" fmla="*/ 21 w 87"/>
                <a:gd name="T57" fmla="*/ 104 h 108"/>
                <a:gd name="T58" fmla="*/ 28 w 87"/>
                <a:gd name="T59" fmla="*/ 102 h 108"/>
                <a:gd name="T60" fmla="*/ 35 w 87"/>
                <a:gd name="T61" fmla="*/ 101 h 108"/>
                <a:gd name="T62" fmla="*/ 35 w 87"/>
                <a:gd name="T63" fmla="*/ 101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7" h="108">
                  <a:moveTo>
                    <a:pt x="35" y="101"/>
                  </a:moveTo>
                  <a:lnTo>
                    <a:pt x="35" y="101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57" y="75"/>
                  </a:lnTo>
                  <a:lnTo>
                    <a:pt x="67" y="48"/>
                  </a:lnTo>
                  <a:lnTo>
                    <a:pt x="77" y="25"/>
                  </a:lnTo>
                  <a:lnTo>
                    <a:pt x="87" y="7"/>
                  </a:lnTo>
                  <a:lnTo>
                    <a:pt x="87" y="7"/>
                  </a:lnTo>
                  <a:lnTo>
                    <a:pt x="75" y="4"/>
                  </a:lnTo>
                  <a:lnTo>
                    <a:pt x="61" y="1"/>
                  </a:lnTo>
                  <a:lnTo>
                    <a:pt x="48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1" y="5"/>
                  </a:lnTo>
                  <a:lnTo>
                    <a:pt x="16" y="10"/>
                  </a:lnTo>
                  <a:lnTo>
                    <a:pt x="12" y="16"/>
                  </a:lnTo>
                  <a:lnTo>
                    <a:pt x="9" y="22"/>
                  </a:lnTo>
                  <a:lnTo>
                    <a:pt x="4" y="35"/>
                  </a:lnTo>
                  <a:lnTo>
                    <a:pt x="1" y="49"/>
                  </a:lnTo>
                  <a:lnTo>
                    <a:pt x="0" y="64"/>
                  </a:lnTo>
                  <a:lnTo>
                    <a:pt x="1" y="78"/>
                  </a:lnTo>
                  <a:lnTo>
                    <a:pt x="4" y="94"/>
                  </a:lnTo>
                  <a:lnTo>
                    <a:pt x="7" y="108"/>
                  </a:lnTo>
                  <a:lnTo>
                    <a:pt x="7" y="108"/>
                  </a:lnTo>
                  <a:lnTo>
                    <a:pt x="13" y="105"/>
                  </a:lnTo>
                  <a:lnTo>
                    <a:pt x="21" y="104"/>
                  </a:lnTo>
                  <a:lnTo>
                    <a:pt x="28" y="102"/>
                  </a:lnTo>
                  <a:lnTo>
                    <a:pt x="35" y="101"/>
                  </a:lnTo>
                  <a:lnTo>
                    <a:pt x="35" y="1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6" name="Freeform 45">
              <a:extLst>
                <a:ext uri="{FF2B5EF4-FFF2-40B4-BE49-F238E27FC236}">
                  <a16:creationId xmlns:a16="http://schemas.microsoft.com/office/drawing/2014/main" id="{EB31DD8F-7199-92D8-BCAA-3E7AC20E0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3" y="867"/>
              <a:ext cx="46" cy="47"/>
            </a:xfrm>
            <a:custGeom>
              <a:avLst/>
              <a:gdLst>
                <a:gd name="T0" fmla="*/ 0 w 94"/>
                <a:gd name="T1" fmla="*/ 46 h 93"/>
                <a:gd name="T2" fmla="*/ 0 w 94"/>
                <a:gd name="T3" fmla="*/ 46 h 93"/>
                <a:gd name="T4" fmla="*/ 1 w 94"/>
                <a:gd name="T5" fmla="*/ 56 h 93"/>
                <a:gd name="T6" fmla="*/ 4 w 94"/>
                <a:gd name="T7" fmla="*/ 64 h 93"/>
                <a:gd name="T8" fmla="*/ 8 w 94"/>
                <a:gd name="T9" fmla="*/ 73 h 93"/>
                <a:gd name="T10" fmla="*/ 13 w 94"/>
                <a:gd name="T11" fmla="*/ 80 h 93"/>
                <a:gd name="T12" fmla="*/ 21 w 94"/>
                <a:gd name="T13" fmla="*/ 86 h 93"/>
                <a:gd name="T14" fmla="*/ 29 w 94"/>
                <a:gd name="T15" fmla="*/ 90 h 93"/>
                <a:gd name="T16" fmla="*/ 37 w 94"/>
                <a:gd name="T17" fmla="*/ 93 h 93"/>
                <a:gd name="T18" fmla="*/ 47 w 94"/>
                <a:gd name="T19" fmla="*/ 93 h 93"/>
                <a:gd name="T20" fmla="*/ 47 w 94"/>
                <a:gd name="T21" fmla="*/ 93 h 93"/>
                <a:gd name="T22" fmla="*/ 57 w 94"/>
                <a:gd name="T23" fmla="*/ 93 h 93"/>
                <a:gd name="T24" fmla="*/ 65 w 94"/>
                <a:gd name="T25" fmla="*/ 90 h 93"/>
                <a:gd name="T26" fmla="*/ 73 w 94"/>
                <a:gd name="T27" fmla="*/ 86 h 93"/>
                <a:gd name="T28" fmla="*/ 81 w 94"/>
                <a:gd name="T29" fmla="*/ 80 h 93"/>
                <a:gd name="T30" fmla="*/ 86 w 94"/>
                <a:gd name="T31" fmla="*/ 73 h 93"/>
                <a:gd name="T32" fmla="*/ 90 w 94"/>
                <a:gd name="T33" fmla="*/ 64 h 93"/>
                <a:gd name="T34" fmla="*/ 93 w 94"/>
                <a:gd name="T35" fmla="*/ 56 h 93"/>
                <a:gd name="T36" fmla="*/ 94 w 94"/>
                <a:gd name="T37" fmla="*/ 46 h 93"/>
                <a:gd name="T38" fmla="*/ 94 w 94"/>
                <a:gd name="T39" fmla="*/ 46 h 93"/>
                <a:gd name="T40" fmla="*/ 93 w 94"/>
                <a:gd name="T41" fmla="*/ 37 h 93"/>
                <a:gd name="T42" fmla="*/ 90 w 94"/>
                <a:gd name="T43" fmla="*/ 28 h 93"/>
                <a:gd name="T44" fmla="*/ 86 w 94"/>
                <a:gd name="T45" fmla="*/ 21 h 93"/>
                <a:gd name="T46" fmla="*/ 81 w 94"/>
                <a:gd name="T47" fmla="*/ 14 h 93"/>
                <a:gd name="T48" fmla="*/ 73 w 94"/>
                <a:gd name="T49" fmla="*/ 8 h 93"/>
                <a:gd name="T50" fmla="*/ 65 w 94"/>
                <a:gd name="T51" fmla="*/ 3 h 93"/>
                <a:gd name="T52" fmla="*/ 57 w 94"/>
                <a:gd name="T53" fmla="*/ 1 h 93"/>
                <a:gd name="T54" fmla="*/ 47 w 94"/>
                <a:gd name="T55" fmla="*/ 0 h 93"/>
                <a:gd name="T56" fmla="*/ 47 w 94"/>
                <a:gd name="T57" fmla="*/ 0 h 93"/>
                <a:gd name="T58" fmla="*/ 37 w 94"/>
                <a:gd name="T59" fmla="*/ 1 h 93"/>
                <a:gd name="T60" fmla="*/ 29 w 94"/>
                <a:gd name="T61" fmla="*/ 3 h 93"/>
                <a:gd name="T62" fmla="*/ 21 w 94"/>
                <a:gd name="T63" fmla="*/ 8 h 93"/>
                <a:gd name="T64" fmla="*/ 13 w 94"/>
                <a:gd name="T65" fmla="*/ 14 h 93"/>
                <a:gd name="T66" fmla="*/ 8 w 94"/>
                <a:gd name="T67" fmla="*/ 21 h 93"/>
                <a:gd name="T68" fmla="*/ 4 w 94"/>
                <a:gd name="T69" fmla="*/ 28 h 93"/>
                <a:gd name="T70" fmla="*/ 1 w 94"/>
                <a:gd name="T71" fmla="*/ 37 h 93"/>
                <a:gd name="T72" fmla="*/ 0 w 94"/>
                <a:gd name="T73" fmla="*/ 46 h 93"/>
                <a:gd name="T74" fmla="*/ 0 w 94"/>
                <a:gd name="T75" fmla="*/ 4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4" h="93">
                  <a:moveTo>
                    <a:pt x="0" y="46"/>
                  </a:moveTo>
                  <a:lnTo>
                    <a:pt x="0" y="46"/>
                  </a:lnTo>
                  <a:lnTo>
                    <a:pt x="1" y="56"/>
                  </a:lnTo>
                  <a:lnTo>
                    <a:pt x="4" y="64"/>
                  </a:lnTo>
                  <a:lnTo>
                    <a:pt x="8" y="73"/>
                  </a:lnTo>
                  <a:lnTo>
                    <a:pt x="13" y="80"/>
                  </a:lnTo>
                  <a:lnTo>
                    <a:pt x="21" y="86"/>
                  </a:lnTo>
                  <a:lnTo>
                    <a:pt x="29" y="90"/>
                  </a:lnTo>
                  <a:lnTo>
                    <a:pt x="37" y="93"/>
                  </a:lnTo>
                  <a:lnTo>
                    <a:pt x="47" y="93"/>
                  </a:lnTo>
                  <a:lnTo>
                    <a:pt x="47" y="93"/>
                  </a:lnTo>
                  <a:lnTo>
                    <a:pt x="57" y="93"/>
                  </a:lnTo>
                  <a:lnTo>
                    <a:pt x="65" y="90"/>
                  </a:lnTo>
                  <a:lnTo>
                    <a:pt x="73" y="86"/>
                  </a:lnTo>
                  <a:lnTo>
                    <a:pt x="81" y="80"/>
                  </a:lnTo>
                  <a:lnTo>
                    <a:pt x="86" y="73"/>
                  </a:lnTo>
                  <a:lnTo>
                    <a:pt x="90" y="64"/>
                  </a:lnTo>
                  <a:lnTo>
                    <a:pt x="93" y="56"/>
                  </a:lnTo>
                  <a:lnTo>
                    <a:pt x="94" y="46"/>
                  </a:lnTo>
                  <a:lnTo>
                    <a:pt x="94" y="46"/>
                  </a:lnTo>
                  <a:lnTo>
                    <a:pt x="93" y="37"/>
                  </a:lnTo>
                  <a:lnTo>
                    <a:pt x="90" y="28"/>
                  </a:lnTo>
                  <a:lnTo>
                    <a:pt x="86" y="21"/>
                  </a:lnTo>
                  <a:lnTo>
                    <a:pt x="81" y="14"/>
                  </a:lnTo>
                  <a:lnTo>
                    <a:pt x="73" y="8"/>
                  </a:lnTo>
                  <a:lnTo>
                    <a:pt x="65" y="3"/>
                  </a:lnTo>
                  <a:lnTo>
                    <a:pt x="57" y="1"/>
                  </a:lnTo>
                  <a:lnTo>
                    <a:pt x="47" y="0"/>
                  </a:lnTo>
                  <a:lnTo>
                    <a:pt x="47" y="0"/>
                  </a:lnTo>
                  <a:lnTo>
                    <a:pt x="37" y="1"/>
                  </a:lnTo>
                  <a:lnTo>
                    <a:pt x="29" y="3"/>
                  </a:lnTo>
                  <a:lnTo>
                    <a:pt x="21" y="8"/>
                  </a:lnTo>
                  <a:lnTo>
                    <a:pt x="13" y="14"/>
                  </a:lnTo>
                  <a:lnTo>
                    <a:pt x="8" y="21"/>
                  </a:lnTo>
                  <a:lnTo>
                    <a:pt x="4" y="28"/>
                  </a:lnTo>
                  <a:lnTo>
                    <a:pt x="1" y="37"/>
                  </a:lnTo>
                  <a:lnTo>
                    <a:pt x="0" y="46"/>
                  </a:lnTo>
                  <a:lnTo>
                    <a:pt x="0" y="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7" name="Freeform 46">
              <a:extLst>
                <a:ext uri="{FF2B5EF4-FFF2-40B4-BE49-F238E27FC236}">
                  <a16:creationId xmlns:a16="http://schemas.microsoft.com/office/drawing/2014/main" id="{15772042-F108-4D4A-F3F8-DB593C6BE0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5" y="902"/>
              <a:ext cx="44" cy="63"/>
            </a:xfrm>
            <a:custGeom>
              <a:avLst/>
              <a:gdLst>
                <a:gd name="T0" fmla="*/ 26 w 89"/>
                <a:gd name="T1" fmla="*/ 0 h 127"/>
                <a:gd name="T2" fmla="*/ 26 w 89"/>
                <a:gd name="T3" fmla="*/ 0 h 127"/>
                <a:gd name="T4" fmla="*/ 22 w 89"/>
                <a:gd name="T5" fmla="*/ 10 h 127"/>
                <a:gd name="T6" fmla="*/ 16 w 89"/>
                <a:gd name="T7" fmla="*/ 18 h 127"/>
                <a:gd name="T8" fmla="*/ 9 w 89"/>
                <a:gd name="T9" fmla="*/ 26 h 127"/>
                <a:gd name="T10" fmla="*/ 0 w 89"/>
                <a:gd name="T11" fmla="*/ 33 h 127"/>
                <a:gd name="T12" fmla="*/ 0 w 89"/>
                <a:gd name="T13" fmla="*/ 33 h 127"/>
                <a:gd name="T14" fmla="*/ 15 w 89"/>
                <a:gd name="T15" fmla="*/ 59 h 127"/>
                <a:gd name="T16" fmla="*/ 26 w 89"/>
                <a:gd name="T17" fmla="*/ 85 h 127"/>
                <a:gd name="T18" fmla="*/ 34 w 89"/>
                <a:gd name="T19" fmla="*/ 109 h 127"/>
                <a:gd name="T20" fmla="*/ 41 w 89"/>
                <a:gd name="T21" fmla="*/ 127 h 127"/>
                <a:gd name="T22" fmla="*/ 41 w 89"/>
                <a:gd name="T23" fmla="*/ 127 h 127"/>
                <a:gd name="T24" fmla="*/ 54 w 89"/>
                <a:gd name="T25" fmla="*/ 119 h 127"/>
                <a:gd name="T26" fmla="*/ 66 w 89"/>
                <a:gd name="T27" fmla="*/ 111 h 127"/>
                <a:gd name="T28" fmla="*/ 79 w 89"/>
                <a:gd name="T29" fmla="*/ 101 h 127"/>
                <a:gd name="T30" fmla="*/ 88 w 89"/>
                <a:gd name="T31" fmla="*/ 91 h 127"/>
                <a:gd name="T32" fmla="*/ 88 w 89"/>
                <a:gd name="T33" fmla="*/ 91 h 127"/>
                <a:gd name="T34" fmla="*/ 89 w 89"/>
                <a:gd name="T35" fmla="*/ 83 h 127"/>
                <a:gd name="T36" fmla="*/ 89 w 89"/>
                <a:gd name="T37" fmla="*/ 76 h 127"/>
                <a:gd name="T38" fmla="*/ 88 w 89"/>
                <a:gd name="T39" fmla="*/ 69 h 127"/>
                <a:gd name="T40" fmla="*/ 86 w 89"/>
                <a:gd name="T41" fmla="*/ 62 h 127"/>
                <a:gd name="T42" fmla="*/ 80 w 89"/>
                <a:gd name="T43" fmla="*/ 50 h 127"/>
                <a:gd name="T44" fmla="*/ 71 w 89"/>
                <a:gd name="T45" fmla="*/ 38 h 127"/>
                <a:gd name="T46" fmla="*/ 62 w 89"/>
                <a:gd name="T47" fmla="*/ 27 h 127"/>
                <a:gd name="T48" fmla="*/ 51 w 89"/>
                <a:gd name="T49" fmla="*/ 17 h 127"/>
                <a:gd name="T50" fmla="*/ 39 w 89"/>
                <a:gd name="T51" fmla="*/ 8 h 127"/>
                <a:gd name="T52" fmla="*/ 26 w 89"/>
                <a:gd name="T53" fmla="*/ 0 h 127"/>
                <a:gd name="T54" fmla="*/ 26 w 89"/>
                <a:gd name="T55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9" h="127">
                  <a:moveTo>
                    <a:pt x="26" y="0"/>
                  </a:moveTo>
                  <a:lnTo>
                    <a:pt x="26" y="0"/>
                  </a:lnTo>
                  <a:lnTo>
                    <a:pt x="22" y="10"/>
                  </a:lnTo>
                  <a:lnTo>
                    <a:pt x="16" y="18"/>
                  </a:lnTo>
                  <a:lnTo>
                    <a:pt x="9" y="26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5" y="59"/>
                  </a:lnTo>
                  <a:lnTo>
                    <a:pt x="26" y="85"/>
                  </a:lnTo>
                  <a:lnTo>
                    <a:pt x="34" y="109"/>
                  </a:lnTo>
                  <a:lnTo>
                    <a:pt x="41" y="127"/>
                  </a:lnTo>
                  <a:lnTo>
                    <a:pt x="41" y="127"/>
                  </a:lnTo>
                  <a:lnTo>
                    <a:pt x="54" y="119"/>
                  </a:lnTo>
                  <a:lnTo>
                    <a:pt x="66" y="111"/>
                  </a:lnTo>
                  <a:lnTo>
                    <a:pt x="79" y="101"/>
                  </a:lnTo>
                  <a:lnTo>
                    <a:pt x="88" y="91"/>
                  </a:lnTo>
                  <a:lnTo>
                    <a:pt x="88" y="91"/>
                  </a:lnTo>
                  <a:lnTo>
                    <a:pt x="89" y="83"/>
                  </a:lnTo>
                  <a:lnTo>
                    <a:pt x="89" y="76"/>
                  </a:lnTo>
                  <a:lnTo>
                    <a:pt x="88" y="69"/>
                  </a:lnTo>
                  <a:lnTo>
                    <a:pt x="86" y="62"/>
                  </a:lnTo>
                  <a:lnTo>
                    <a:pt x="80" y="50"/>
                  </a:lnTo>
                  <a:lnTo>
                    <a:pt x="71" y="38"/>
                  </a:lnTo>
                  <a:lnTo>
                    <a:pt x="62" y="27"/>
                  </a:lnTo>
                  <a:lnTo>
                    <a:pt x="51" y="17"/>
                  </a:lnTo>
                  <a:lnTo>
                    <a:pt x="39" y="8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8" name="Freeform 47">
              <a:extLst>
                <a:ext uri="{FF2B5EF4-FFF2-40B4-BE49-F238E27FC236}">
                  <a16:creationId xmlns:a16="http://schemas.microsoft.com/office/drawing/2014/main" id="{9C69770E-36CE-1D3D-82D8-C8D962A04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7" y="828"/>
              <a:ext cx="64" cy="44"/>
            </a:xfrm>
            <a:custGeom>
              <a:avLst/>
              <a:gdLst>
                <a:gd name="T0" fmla="*/ 90 w 127"/>
                <a:gd name="T1" fmla="*/ 0 h 88"/>
                <a:gd name="T2" fmla="*/ 90 w 127"/>
                <a:gd name="T3" fmla="*/ 0 h 88"/>
                <a:gd name="T4" fmla="*/ 83 w 127"/>
                <a:gd name="T5" fmla="*/ 0 h 88"/>
                <a:gd name="T6" fmla="*/ 76 w 127"/>
                <a:gd name="T7" fmla="*/ 0 h 88"/>
                <a:gd name="T8" fmla="*/ 70 w 127"/>
                <a:gd name="T9" fmla="*/ 2 h 88"/>
                <a:gd name="T10" fmla="*/ 62 w 127"/>
                <a:gd name="T11" fmla="*/ 3 h 88"/>
                <a:gd name="T12" fmla="*/ 49 w 127"/>
                <a:gd name="T13" fmla="*/ 9 h 88"/>
                <a:gd name="T14" fmla="*/ 38 w 127"/>
                <a:gd name="T15" fmla="*/ 17 h 88"/>
                <a:gd name="T16" fmla="*/ 28 w 127"/>
                <a:gd name="T17" fmla="*/ 27 h 88"/>
                <a:gd name="T18" fmla="*/ 17 w 127"/>
                <a:gd name="T19" fmla="*/ 38 h 88"/>
                <a:gd name="T20" fmla="*/ 8 w 127"/>
                <a:gd name="T21" fmla="*/ 51 h 88"/>
                <a:gd name="T22" fmla="*/ 0 w 127"/>
                <a:gd name="T23" fmla="*/ 63 h 88"/>
                <a:gd name="T24" fmla="*/ 0 w 127"/>
                <a:gd name="T25" fmla="*/ 63 h 88"/>
                <a:gd name="T26" fmla="*/ 9 w 127"/>
                <a:gd name="T27" fmla="*/ 68 h 88"/>
                <a:gd name="T28" fmla="*/ 19 w 127"/>
                <a:gd name="T29" fmla="*/ 73 h 88"/>
                <a:gd name="T30" fmla="*/ 26 w 127"/>
                <a:gd name="T31" fmla="*/ 80 h 88"/>
                <a:gd name="T32" fmla="*/ 32 w 127"/>
                <a:gd name="T33" fmla="*/ 88 h 88"/>
                <a:gd name="T34" fmla="*/ 32 w 127"/>
                <a:gd name="T35" fmla="*/ 88 h 88"/>
                <a:gd name="T36" fmla="*/ 59 w 127"/>
                <a:gd name="T37" fmla="*/ 75 h 88"/>
                <a:gd name="T38" fmla="*/ 85 w 127"/>
                <a:gd name="T39" fmla="*/ 63 h 88"/>
                <a:gd name="T40" fmla="*/ 109 w 127"/>
                <a:gd name="T41" fmla="*/ 55 h 88"/>
                <a:gd name="T42" fmla="*/ 127 w 127"/>
                <a:gd name="T43" fmla="*/ 48 h 88"/>
                <a:gd name="T44" fmla="*/ 127 w 127"/>
                <a:gd name="T45" fmla="*/ 48 h 88"/>
                <a:gd name="T46" fmla="*/ 120 w 127"/>
                <a:gd name="T47" fmla="*/ 35 h 88"/>
                <a:gd name="T48" fmla="*/ 112 w 127"/>
                <a:gd name="T49" fmla="*/ 22 h 88"/>
                <a:gd name="T50" fmla="*/ 101 w 127"/>
                <a:gd name="T51" fmla="*/ 11 h 88"/>
                <a:gd name="T52" fmla="*/ 90 w 127"/>
                <a:gd name="T53" fmla="*/ 0 h 88"/>
                <a:gd name="T54" fmla="*/ 90 w 127"/>
                <a:gd name="T55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88">
                  <a:moveTo>
                    <a:pt x="90" y="0"/>
                  </a:moveTo>
                  <a:lnTo>
                    <a:pt x="90" y="0"/>
                  </a:lnTo>
                  <a:lnTo>
                    <a:pt x="83" y="0"/>
                  </a:lnTo>
                  <a:lnTo>
                    <a:pt x="76" y="0"/>
                  </a:lnTo>
                  <a:lnTo>
                    <a:pt x="70" y="2"/>
                  </a:lnTo>
                  <a:lnTo>
                    <a:pt x="62" y="3"/>
                  </a:lnTo>
                  <a:lnTo>
                    <a:pt x="49" y="9"/>
                  </a:lnTo>
                  <a:lnTo>
                    <a:pt x="38" y="17"/>
                  </a:lnTo>
                  <a:lnTo>
                    <a:pt x="28" y="27"/>
                  </a:lnTo>
                  <a:lnTo>
                    <a:pt x="17" y="38"/>
                  </a:lnTo>
                  <a:lnTo>
                    <a:pt x="8" y="51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9" y="68"/>
                  </a:lnTo>
                  <a:lnTo>
                    <a:pt x="19" y="73"/>
                  </a:lnTo>
                  <a:lnTo>
                    <a:pt x="26" y="80"/>
                  </a:lnTo>
                  <a:lnTo>
                    <a:pt x="32" y="88"/>
                  </a:lnTo>
                  <a:lnTo>
                    <a:pt x="32" y="88"/>
                  </a:lnTo>
                  <a:lnTo>
                    <a:pt x="59" y="75"/>
                  </a:lnTo>
                  <a:lnTo>
                    <a:pt x="85" y="63"/>
                  </a:lnTo>
                  <a:lnTo>
                    <a:pt x="109" y="55"/>
                  </a:lnTo>
                  <a:lnTo>
                    <a:pt x="127" y="48"/>
                  </a:lnTo>
                  <a:lnTo>
                    <a:pt x="127" y="48"/>
                  </a:lnTo>
                  <a:lnTo>
                    <a:pt x="120" y="35"/>
                  </a:lnTo>
                  <a:lnTo>
                    <a:pt x="112" y="22"/>
                  </a:lnTo>
                  <a:lnTo>
                    <a:pt x="101" y="11"/>
                  </a:lnTo>
                  <a:lnTo>
                    <a:pt x="90" y="0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9" name="Freeform 48">
              <a:extLst>
                <a:ext uri="{FF2B5EF4-FFF2-40B4-BE49-F238E27FC236}">
                  <a16:creationId xmlns:a16="http://schemas.microsoft.com/office/drawing/2014/main" id="{66D4C80B-CD1C-8A1F-A620-6343C90B92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873"/>
              <a:ext cx="54" cy="43"/>
            </a:xfrm>
            <a:custGeom>
              <a:avLst/>
              <a:gdLst>
                <a:gd name="T0" fmla="*/ 0 w 109"/>
                <a:gd name="T1" fmla="*/ 6 h 85"/>
                <a:gd name="T2" fmla="*/ 0 w 109"/>
                <a:gd name="T3" fmla="*/ 6 h 85"/>
                <a:gd name="T4" fmla="*/ 3 w 109"/>
                <a:gd name="T5" fmla="*/ 12 h 85"/>
                <a:gd name="T6" fmla="*/ 5 w 109"/>
                <a:gd name="T7" fmla="*/ 19 h 85"/>
                <a:gd name="T8" fmla="*/ 6 w 109"/>
                <a:gd name="T9" fmla="*/ 26 h 85"/>
                <a:gd name="T10" fmla="*/ 6 w 109"/>
                <a:gd name="T11" fmla="*/ 33 h 85"/>
                <a:gd name="T12" fmla="*/ 6 w 109"/>
                <a:gd name="T13" fmla="*/ 33 h 85"/>
                <a:gd name="T14" fmla="*/ 5 w 109"/>
                <a:gd name="T15" fmla="*/ 47 h 85"/>
                <a:gd name="T16" fmla="*/ 5 w 109"/>
                <a:gd name="T17" fmla="*/ 47 h 85"/>
                <a:gd name="T18" fmla="*/ 33 w 109"/>
                <a:gd name="T19" fmla="*/ 55 h 85"/>
                <a:gd name="T20" fmla="*/ 61 w 109"/>
                <a:gd name="T21" fmla="*/ 66 h 85"/>
                <a:gd name="T22" fmla="*/ 83 w 109"/>
                <a:gd name="T23" fmla="*/ 77 h 85"/>
                <a:gd name="T24" fmla="*/ 100 w 109"/>
                <a:gd name="T25" fmla="*/ 85 h 85"/>
                <a:gd name="T26" fmla="*/ 100 w 109"/>
                <a:gd name="T27" fmla="*/ 85 h 85"/>
                <a:gd name="T28" fmla="*/ 104 w 109"/>
                <a:gd name="T29" fmla="*/ 73 h 85"/>
                <a:gd name="T30" fmla="*/ 106 w 109"/>
                <a:gd name="T31" fmla="*/ 60 h 85"/>
                <a:gd name="T32" fmla="*/ 107 w 109"/>
                <a:gd name="T33" fmla="*/ 47 h 85"/>
                <a:gd name="T34" fmla="*/ 109 w 109"/>
                <a:gd name="T35" fmla="*/ 33 h 85"/>
                <a:gd name="T36" fmla="*/ 109 w 109"/>
                <a:gd name="T37" fmla="*/ 33 h 85"/>
                <a:gd name="T38" fmla="*/ 109 w 109"/>
                <a:gd name="T39" fmla="*/ 25 h 85"/>
                <a:gd name="T40" fmla="*/ 109 w 109"/>
                <a:gd name="T41" fmla="*/ 25 h 85"/>
                <a:gd name="T42" fmla="*/ 104 w 109"/>
                <a:gd name="T43" fmla="*/ 20 h 85"/>
                <a:gd name="T44" fmla="*/ 98 w 109"/>
                <a:gd name="T45" fmla="*/ 15 h 85"/>
                <a:gd name="T46" fmla="*/ 92 w 109"/>
                <a:gd name="T47" fmla="*/ 11 h 85"/>
                <a:gd name="T48" fmla="*/ 86 w 109"/>
                <a:gd name="T49" fmla="*/ 7 h 85"/>
                <a:gd name="T50" fmla="*/ 73 w 109"/>
                <a:gd name="T51" fmla="*/ 2 h 85"/>
                <a:gd name="T52" fmla="*/ 59 w 109"/>
                <a:gd name="T53" fmla="*/ 0 h 85"/>
                <a:gd name="T54" fmla="*/ 45 w 109"/>
                <a:gd name="T55" fmla="*/ 0 h 85"/>
                <a:gd name="T56" fmla="*/ 29 w 109"/>
                <a:gd name="T57" fmla="*/ 0 h 85"/>
                <a:gd name="T58" fmla="*/ 15 w 109"/>
                <a:gd name="T59" fmla="*/ 2 h 85"/>
                <a:gd name="T60" fmla="*/ 0 w 109"/>
                <a:gd name="T61" fmla="*/ 6 h 85"/>
                <a:gd name="T62" fmla="*/ 0 w 109"/>
                <a:gd name="T63" fmla="*/ 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9" h="85">
                  <a:moveTo>
                    <a:pt x="0" y="6"/>
                  </a:moveTo>
                  <a:lnTo>
                    <a:pt x="0" y="6"/>
                  </a:lnTo>
                  <a:lnTo>
                    <a:pt x="3" y="12"/>
                  </a:lnTo>
                  <a:lnTo>
                    <a:pt x="5" y="19"/>
                  </a:lnTo>
                  <a:lnTo>
                    <a:pt x="6" y="26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33" y="55"/>
                  </a:lnTo>
                  <a:lnTo>
                    <a:pt x="61" y="66"/>
                  </a:lnTo>
                  <a:lnTo>
                    <a:pt x="83" y="77"/>
                  </a:lnTo>
                  <a:lnTo>
                    <a:pt x="100" y="85"/>
                  </a:lnTo>
                  <a:lnTo>
                    <a:pt x="100" y="85"/>
                  </a:lnTo>
                  <a:lnTo>
                    <a:pt x="104" y="73"/>
                  </a:lnTo>
                  <a:lnTo>
                    <a:pt x="106" y="60"/>
                  </a:lnTo>
                  <a:lnTo>
                    <a:pt x="107" y="47"/>
                  </a:lnTo>
                  <a:lnTo>
                    <a:pt x="109" y="33"/>
                  </a:lnTo>
                  <a:lnTo>
                    <a:pt x="109" y="33"/>
                  </a:lnTo>
                  <a:lnTo>
                    <a:pt x="109" y="25"/>
                  </a:lnTo>
                  <a:lnTo>
                    <a:pt x="109" y="25"/>
                  </a:lnTo>
                  <a:lnTo>
                    <a:pt x="104" y="20"/>
                  </a:lnTo>
                  <a:lnTo>
                    <a:pt x="98" y="15"/>
                  </a:lnTo>
                  <a:lnTo>
                    <a:pt x="92" y="11"/>
                  </a:lnTo>
                  <a:lnTo>
                    <a:pt x="86" y="7"/>
                  </a:lnTo>
                  <a:lnTo>
                    <a:pt x="73" y="2"/>
                  </a:lnTo>
                  <a:lnTo>
                    <a:pt x="59" y="0"/>
                  </a:lnTo>
                  <a:lnTo>
                    <a:pt x="45" y="0"/>
                  </a:lnTo>
                  <a:lnTo>
                    <a:pt x="29" y="0"/>
                  </a:lnTo>
                  <a:lnTo>
                    <a:pt x="15" y="2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D802CF0B-0FF1-0A47-6152-3C91070F067B}"/>
              </a:ext>
            </a:extLst>
          </p:cNvPr>
          <p:cNvCxnSpPr>
            <a:cxnSpLocks/>
          </p:cNvCxnSpPr>
          <p:nvPr/>
        </p:nvCxnSpPr>
        <p:spPr>
          <a:xfrm>
            <a:off x="6599014" y="3461130"/>
            <a:ext cx="475055" cy="175705"/>
          </a:xfrm>
          <a:prstGeom prst="bentConnector3">
            <a:avLst>
              <a:gd name="adj1" fmla="val 9565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F43D7E87-0E97-5452-5180-C2F94FE3FDF9}"/>
              </a:ext>
            </a:extLst>
          </p:cNvPr>
          <p:cNvSpPr txBox="1"/>
          <p:nvPr/>
        </p:nvSpPr>
        <p:spPr>
          <a:xfrm>
            <a:off x="6329046" y="3983442"/>
            <a:ext cx="64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</a:t>
            </a:r>
          </a:p>
          <a:p>
            <a:r>
              <a:rPr lang="en-US" dirty="0"/>
              <a:t>1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8B4222A-2AFD-31B6-E056-6CF93D9751E8}"/>
              </a:ext>
            </a:extLst>
          </p:cNvPr>
          <p:cNvCxnSpPr>
            <a:cxnSpLocks/>
          </p:cNvCxnSpPr>
          <p:nvPr/>
        </p:nvCxnSpPr>
        <p:spPr>
          <a:xfrm flipH="1" flipV="1">
            <a:off x="5741003" y="3006156"/>
            <a:ext cx="132747" cy="2084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A3C7BC62-74FE-05FF-40C4-3B9F2F02EABA}"/>
              </a:ext>
            </a:extLst>
          </p:cNvPr>
          <p:cNvSpPr txBox="1"/>
          <p:nvPr/>
        </p:nvSpPr>
        <p:spPr>
          <a:xfrm>
            <a:off x="5369214" y="3386866"/>
            <a:ext cx="902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4 cycles</a:t>
            </a:r>
          </a:p>
        </p:txBody>
      </p:sp>
    </p:spTree>
    <p:extLst>
      <p:ext uri="{BB962C8B-B14F-4D97-AF65-F5344CB8AC3E}">
        <p14:creationId xmlns:p14="http://schemas.microsoft.com/office/powerpoint/2010/main" val="3898534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165</Words>
  <Application>Microsoft Office PowerPoint</Application>
  <PresentationFormat>Widescreen</PresentationFormat>
  <Paragraphs>108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Davis Montenegro</dc:creator>
  <cp:lastModifiedBy>Davis Montenegro</cp:lastModifiedBy>
  <cp:revision>2</cp:revision>
  <dcterms:created xsi:type="dcterms:W3CDTF">2024-07-08T13:35:47Z</dcterms:created>
  <dcterms:modified xsi:type="dcterms:W3CDTF">2024-07-08T15:18:56Z</dcterms:modified>
</cp:coreProperties>
</file>